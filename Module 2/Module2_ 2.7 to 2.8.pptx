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567" r:id="rId3"/>
    <p:sldId id="259" r:id="rId4"/>
    <p:sldId id="260" r:id="rId5"/>
    <p:sldId id="261" r:id="rId6"/>
    <p:sldId id="262" r:id="rId7"/>
    <p:sldId id="263" r:id="rId8"/>
    <p:sldId id="276" r:id="rId9"/>
    <p:sldId id="277" r:id="rId10"/>
    <p:sldId id="270" r:id="rId11"/>
    <p:sldId id="274" r:id="rId12"/>
    <p:sldId id="271" r:id="rId13"/>
    <p:sldId id="272" r:id="rId14"/>
    <p:sldId id="273" r:id="rId15"/>
    <p:sldId id="275" r:id="rId16"/>
    <p:sldId id="278" r:id="rId17"/>
    <p:sldId id="279" r:id="rId18"/>
    <p:sldId id="280" r:id="rId19"/>
    <p:sldId id="281" r:id="rId20"/>
    <p:sldId id="533" r:id="rId21"/>
    <p:sldId id="282" r:id="rId22"/>
    <p:sldId id="283" r:id="rId23"/>
    <p:sldId id="297" r:id="rId24"/>
    <p:sldId id="284" r:id="rId25"/>
    <p:sldId id="285" r:id="rId26"/>
    <p:sldId id="269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546" r:id="rId35"/>
    <p:sldId id="547" r:id="rId36"/>
    <p:sldId id="543" r:id="rId37"/>
    <p:sldId id="544" r:id="rId38"/>
    <p:sldId id="545" r:id="rId39"/>
    <p:sldId id="534" r:id="rId40"/>
    <p:sldId id="535" r:id="rId41"/>
    <p:sldId id="537" r:id="rId42"/>
    <p:sldId id="538" r:id="rId43"/>
    <p:sldId id="536" r:id="rId44"/>
    <p:sldId id="539" r:id="rId45"/>
    <p:sldId id="540" r:id="rId46"/>
    <p:sldId id="541" r:id="rId47"/>
    <p:sldId id="542" r:id="rId48"/>
    <p:sldId id="548" r:id="rId49"/>
    <p:sldId id="549" r:id="rId50"/>
    <p:sldId id="531" r:id="rId51"/>
    <p:sldId id="526" r:id="rId52"/>
    <p:sldId id="529" r:id="rId53"/>
    <p:sldId id="530" r:id="rId54"/>
    <p:sldId id="511" r:id="rId55"/>
    <p:sldId id="512" r:id="rId56"/>
    <p:sldId id="513" r:id="rId57"/>
    <p:sldId id="550" r:id="rId58"/>
    <p:sldId id="551" r:id="rId59"/>
    <p:sldId id="552" r:id="rId60"/>
    <p:sldId id="553" r:id="rId61"/>
    <p:sldId id="554" r:id="rId62"/>
    <p:sldId id="557" r:id="rId63"/>
    <p:sldId id="565" r:id="rId64"/>
    <p:sldId id="555" r:id="rId65"/>
    <p:sldId id="556" r:id="rId66"/>
    <p:sldId id="560" r:id="rId67"/>
    <p:sldId id="566" r:id="rId68"/>
    <p:sldId id="558" r:id="rId69"/>
    <p:sldId id="559" r:id="rId70"/>
    <p:sldId id="561" r:id="rId71"/>
    <p:sldId id="562" r:id="rId72"/>
    <p:sldId id="563" r:id="rId7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4799229-9FDC-49CA-83AC-0894E849D50B}">
          <p14:sldIdLst>
            <p14:sldId id="257"/>
            <p14:sldId id="567"/>
            <p14:sldId id="259"/>
            <p14:sldId id="260"/>
            <p14:sldId id="261"/>
            <p14:sldId id="262"/>
            <p14:sldId id="263"/>
            <p14:sldId id="276"/>
            <p14:sldId id="277"/>
            <p14:sldId id="270"/>
            <p14:sldId id="274"/>
            <p14:sldId id="271"/>
            <p14:sldId id="272"/>
            <p14:sldId id="273"/>
            <p14:sldId id="275"/>
            <p14:sldId id="278"/>
            <p14:sldId id="279"/>
            <p14:sldId id="280"/>
            <p14:sldId id="281"/>
            <p14:sldId id="533"/>
            <p14:sldId id="282"/>
            <p14:sldId id="283"/>
            <p14:sldId id="297"/>
            <p14:sldId id="284"/>
            <p14:sldId id="285"/>
            <p14:sldId id="269"/>
            <p14:sldId id="286"/>
            <p14:sldId id="287"/>
            <p14:sldId id="288"/>
            <p14:sldId id="289"/>
            <p14:sldId id="290"/>
            <p14:sldId id="291"/>
            <p14:sldId id="292"/>
            <p14:sldId id="546"/>
            <p14:sldId id="547"/>
            <p14:sldId id="543"/>
            <p14:sldId id="544"/>
            <p14:sldId id="545"/>
            <p14:sldId id="534"/>
            <p14:sldId id="535"/>
            <p14:sldId id="537"/>
            <p14:sldId id="538"/>
            <p14:sldId id="536"/>
            <p14:sldId id="539"/>
            <p14:sldId id="540"/>
            <p14:sldId id="541"/>
            <p14:sldId id="542"/>
            <p14:sldId id="548"/>
            <p14:sldId id="549"/>
            <p14:sldId id="531"/>
            <p14:sldId id="526"/>
            <p14:sldId id="529"/>
            <p14:sldId id="530"/>
            <p14:sldId id="511"/>
            <p14:sldId id="512"/>
            <p14:sldId id="513"/>
            <p14:sldId id="550"/>
            <p14:sldId id="551"/>
            <p14:sldId id="552"/>
            <p14:sldId id="553"/>
            <p14:sldId id="554"/>
            <p14:sldId id="557"/>
            <p14:sldId id="565"/>
            <p14:sldId id="555"/>
            <p14:sldId id="556"/>
            <p14:sldId id="560"/>
            <p14:sldId id="566"/>
            <p14:sldId id="558"/>
            <p14:sldId id="559"/>
            <p14:sldId id="561"/>
            <p14:sldId id="562"/>
            <p14:sldId id="56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6A4EAB-B34F-B907-487D-FBCDB850C168}" v="3" dt="2026-08-26T07:56:29.4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79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e85f2c00-2730-4ca5-b8d8-609b15bd4746::" providerId="AD" clId="Web-{83328F2B-6C24-CD7D-C650-6CABA45EE19B}"/>
    <pc:docChg chg="modSld">
      <pc:chgData name="Guest User" userId="S::urn:spo:tenantanon#e85f2c00-2730-4ca5-b8d8-609b15bd4746::" providerId="AD" clId="Web-{83328F2B-6C24-CD7D-C650-6CABA45EE19B}" dt="2026-08-17T17:49:50.307" v="0" actId="1076"/>
      <pc:docMkLst>
        <pc:docMk/>
      </pc:docMkLst>
      <pc:sldChg chg="modSp">
        <pc:chgData name="Guest User" userId="S::urn:spo:tenantanon#e85f2c00-2730-4ca5-b8d8-609b15bd4746::" providerId="AD" clId="Web-{83328F2B-6C24-CD7D-C650-6CABA45EE19B}" dt="2026-08-17T17:49:50.307" v="0" actId="1076"/>
        <pc:sldMkLst>
          <pc:docMk/>
          <pc:sldMk cId="1874051663" sldId="292"/>
        </pc:sldMkLst>
        <pc:picChg chg="mod">
          <ac:chgData name="Guest User" userId="S::urn:spo:tenantanon#e85f2c00-2730-4ca5-b8d8-609b15bd4746::" providerId="AD" clId="Web-{83328F2B-6C24-CD7D-C650-6CABA45EE19B}" dt="2026-08-17T17:49:50.307" v="0" actId="1076"/>
          <ac:picMkLst>
            <pc:docMk/>
            <pc:sldMk cId="1874051663" sldId="292"/>
            <ac:picMk id="5" creationId="{FB1F2F4E-9867-BEB9-F288-FE49FC5727F9}"/>
          </ac:picMkLst>
        </pc:picChg>
      </pc:sldChg>
    </pc:docChg>
  </pc:docChgLst>
  <pc:docChgLst>
    <pc:chgData name="SHIRIN MATWANKAR" userId="S::shirin.matwankar@fcrit.ac.in::2e542d0c-3197-41aa-b285-03383859806c" providerId="AD" clId="Web-{BFEBFD94-287C-973C-C5E3-F8E3FF831210}"/>
    <pc:docChg chg="addSld delSld modSld sldOrd modSection">
      <pc:chgData name="SHIRIN MATWANKAR" userId="S::shirin.matwankar@fcrit.ac.in::2e542d0c-3197-41aa-b285-03383859806c" providerId="AD" clId="Web-{BFEBFD94-287C-973C-C5E3-F8E3FF831210}" dt="2026-08-11T05:12:56.676" v="176" actId="20577"/>
      <pc:docMkLst>
        <pc:docMk/>
      </pc:docMkLst>
      <pc:sldChg chg="add">
        <pc:chgData name="SHIRIN MATWANKAR" userId="S::shirin.matwankar@fcrit.ac.in::2e542d0c-3197-41aa-b285-03383859806c" providerId="AD" clId="Web-{BFEBFD94-287C-973C-C5E3-F8E3FF831210}" dt="2026-08-11T04:47:30.477" v="119"/>
        <pc:sldMkLst>
          <pc:docMk/>
          <pc:sldMk cId="4182529854" sldId="511"/>
        </pc:sldMkLst>
      </pc:sldChg>
      <pc:sldChg chg="modSp add">
        <pc:chgData name="SHIRIN MATWANKAR" userId="S::shirin.matwankar@fcrit.ac.in::2e542d0c-3197-41aa-b285-03383859806c" providerId="AD" clId="Web-{BFEBFD94-287C-973C-C5E3-F8E3FF831210}" dt="2026-08-11T05:11:51.597" v="166" actId="20577"/>
        <pc:sldMkLst>
          <pc:docMk/>
          <pc:sldMk cId="2643092490" sldId="512"/>
        </pc:sldMkLst>
        <pc:spChg chg="mod">
          <ac:chgData name="SHIRIN MATWANKAR" userId="S::shirin.matwankar@fcrit.ac.in::2e542d0c-3197-41aa-b285-03383859806c" providerId="AD" clId="Web-{BFEBFD94-287C-973C-C5E3-F8E3FF831210}" dt="2026-08-11T05:11:51.597" v="166" actId="20577"/>
          <ac:spMkLst>
            <pc:docMk/>
            <pc:sldMk cId="2643092490" sldId="512"/>
            <ac:spMk id="3" creationId="{F613D4F3-558B-E637-D6FF-DB82766FC8ED}"/>
          </ac:spMkLst>
        </pc:spChg>
      </pc:sldChg>
      <pc:sldChg chg="modSp add ord">
        <pc:chgData name="SHIRIN MATWANKAR" userId="S::shirin.matwankar@fcrit.ac.in::2e542d0c-3197-41aa-b285-03383859806c" providerId="AD" clId="Web-{BFEBFD94-287C-973C-C5E3-F8E3FF831210}" dt="2026-08-11T05:12:56.676" v="176" actId="20577"/>
        <pc:sldMkLst>
          <pc:docMk/>
          <pc:sldMk cId="2164342820" sldId="513"/>
        </pc:sldMkLst>
        <pc:spChg chg="mod">
          <ac:chgData name="SHIRIN MATWANKAR" userId="S::shirin.matwankar@fcrit.ac.in::2e542d0c-3197-41aa-b285-03383859806c" providerId="AD" clId="Web-{BFEBFD94-287C-973C-C5E3-F8E3FF831210}" dt="2026-08-11T05:12:56.676" v="176" actId="20577"/>
          <ac:spMkLst>
            <pc:docMk/>
            <pc:sldMk cId="2164342820" sldId="513"/>
            <ac:spMk id="3" creationId="{AEFC36B6-A5F4-15FB-CDB9-7CCDDBF2E379}"/>
          </ac:spMkLst>
        </pc:spChg>
      </pc:sldChg>
      <pc:sldChg chg="ord">
        <pc:chgData name="SHIRIN MATWANKAR" userId="S::shirin.matwankar@fcrit.ac.in::2e542d0c-3197-41aa-b285-03383859806c" providerId="AD" clId="Web-{BFEBFD94-287C-973C-C5E3-F8E3FF831210}" dt="2026-08-11T04:58:17.207" v="162"/>
        <pc:sldMkLst>
          <pc:docMk/>
          <pc:sldMk cId="124287432" sldId="530"/>
        </pc:sldMkLst>
      </pc:sldChg>
      <pc:sldChg chg="addSp delSp modSp">
        <pc:chgData name="SHIRIN MATWANKAR" userId="S::shirin.matwankar@fcrit.ac.in::2e542d0c-3197-41aa-b285-03383859806c" providerId="AD" clId="Web-{BFEBFD94-287C-973C-C5E3-F8E3FF831210}" dt="2026-08-11T03:47:31.832" v="1"/>
        <pc:sldMkLst>
          <pc:docMk/>
          <pc:sldMk cId="861636875" sldId="540"/>
        </pc:sldMkLst>
        <pc:picChg chg="add mod">
          <ac:chgData name="SHIRIN MATWANKAR" userId="S::shirin.matwankar@fcrit.ac.in::2e542d0c-3197-41aa-b285-03383859806c" providerId="AD" clId="Web-{BFEBFD94-287C-973C-C5E3-F8E3FF831210}" dt="2026-08-11T03:47:31.832" v="1"/>
          <ac:picMkLst>
            <pc:docMk/>
            <pc:sldMk cId="861636875" sldId="540"/>
            <ac:picMk id="2" creationId="{E4145F8C-8439-D69E-128A-6D61C2D1E928}"/>
          </ac:picMkLst>
        </pc:picChg>
      </pc:sldChg>
      <pc:sldChg chg="addSp delSp modSp new ord">
        <pc:chgData name="SHIRIN MATWANKAR" userId="S::shirin.matwankar@fcrit.ac.in::2e542d0c-3197-41aa-b285-03383859806c" providerId="AD" clId="Web-{BFEBFD94-287C-973C-C5E3-F8E3FF831210}" dt="2026-08-11T04:36:38.902" v="114"/>
        <pc:sldMkLst>
          <pc:docMk/>
          <pc:sldMk cId="1212223983" sldId="549"/>
        </pc:sldMkLst>
        <pc:spChg chg="mod">
          <ac:chgData name="SHIRIN MATWANKAR" userId="S::shirin.matwankar@fcrit.ac.in::2e542d0c-3197-41aa-b285-03383859806c" providerId="AD" clId="Web-{BFEBFD94-287C-973C-C5E3-F8E3FF831210}" dt="2026-08-11T04:34:16.571" v="10" actId="14100"/>
          <ac:spMkLst>
            <pc:docMk/>
            <pc:sldMk cId="1212223983" sldId="549"/>
            <ac:spMk id="2" creationId="{A631CEDB-9A92-4489-813B-5B47E65DE57D}"/>
          </ac:spMkLst>
        </pc:spChg>
        <pc:spChg chg="mod">
          <ac:chgData name="SHIRIN MATWANKAR" userId="S::shirin.matwankar@fcrit.ac.in::2e542d0c-3197-41aa-b285-03383859806c" providerId="AD" clId="Web-{BFEBFD94-287C-973C-C5E3-F8E3FF831210}" dt="2026-08-11T04:34:52.760" v="12" actId="20577"/>
          <ac:spMkLst>
            <pc:docMk/>
            <pc:sldMk cId="1212223983" sldId="549"/>
            <ac:spMk id="3" creationId="{4F6BC269-62F2-7D93-3703-1A289A02266B}"/>
          </ac:spMkLst>
        </pc:spChg>
        <pc:graphicFrameChg chg="add mod modGraphic">
          <ac:chgData name="SHIRIN MATWANKAR" userId="S::shirin.matwankar@fcrit.ac.in::2e542d0c-3197-41aa-b285-03383859806c" providerId="AD" clId="Web-{BFEBFD94-287C-973C-C5E3-F8E3FF831210}" dt="2026-08-11T04:36:38.902" v="114"/>
          <ac:graphicFrameMkLst>
            <pc:docMk/>
            <pc:sldMk cId="1212223983" sldId="549"/>
            <ac:graphicFrameMk id="8" creationId="{8B7DF6BF-7985-DC0F-382F-5DBB1A9F4A0F}"/>
          </ac:graphicFrameMkLst>
        </pc:graphicFrameChg>
      </pc:sldChg>
      <pc:sldChg chg="addSp delSp modSp new mod modClrScheme chgLayout">
        <pc:chgData name="SHIRIN MATWANKAR" userId="S::shirin.matwankar@fcrit.ac.in::2e542d0c-3197-41aa-b285-03383859806c" providerId="AD" clId="Web-{BFEBFD94-287C-973C-C5E3-F8E3FF831210}" dt="2026-08-11T04:48:12.946" v="128" actId="14100"/>
        <pc:sldMkLst>
          <pc:docMk/>
          <pc:sldMk cId="277993811" sldId="550"/>
        </pc:sldMkLst>
        <pc:picChg chg="add mod">
          <ac:chgData name="SHIRIN MATWANKAR" userId="S::shirin.matwankar@fcrit.ac.in::2e542d0c-3197-41aa-b285-03383859806c" providerId="AD" clId="Web-{BFEBFD94-287C-973C-C5E3-F8E3FF831210}" dt="2026-08-11T04:48:12.946" v="128" actId="14100"/>
          <ac:picMkLst>
            <pc:docMk/>
            <pc:sldMk cId="277993811" sldId="550"/>
            <ac:picMk id="4" creationId="{B2FAF638-AA5C-105F-EE9A-448CDC4D9192}"/>
          </ac:picMkLst>
        </pc:picChg>
      </pc:sldChg>
      <pc:sldChg chg="addSp modSp new">
        <pc:chgData name="SHIRIN MATWANKAR" userId="S::shirin.matwankar@fcrit.ac.in::2e542d0c-3197-41aa-b285-03383859806c" providerId="AD" clId="Web-{BFEBFD94-287C-973C-C5E3-F8E3FF831210}" dt="2026-08-11T04:48:36.197" v="134" actId="14100"/>
        <pc:sldMkLst>
          <pc:docMk/>
          <pc:sldMk cId="1151699709" sldId="551"/>
        </pc:sldMkLst>
        <pc:picChg chg="add mod">
          <ac:chgData name="SHIRIN MATWANKAR" userId="S::shirin.matwankar@fcrit.ac.in::2e542d0c-3197-41aa-b285-03383859806c" providerId="AD" clId="Web-{BFEBFD94-287C-973C-C5E3-F8E3FF831210}" dt="2026-08-11T04:48:36.197" v="134" actId="14100"/>
          <ac:picMkLst>
            <pc:docMk/>
            <pc:sldMk cId="1151699709" sldId="551"/>
            <ac:picMk id="2" creationId="{F60812D0-7142-E031-4224-DE5FA0E8878A}"/>
          </ac:picMkLst>
        </pc:picChg>
      </pc:sldChg>
      <pc:sldChg chg="addSp modSp new">
        <pc:chgData name="SHIRIN MATWANKAR" userId="S::shirin.matwankar@fcrit.ac.in::2e542d0c-3197-41aa-b285-03383859806c" providerId="AD" clId="Web-{BFEBFD94-287C-973C-C5E3-F8E3FF831210}" dt="2026-08-11T04:48:55.525" v="139" actId="14100"/>
        <pc:sldMkLst>
          <pc:docMk/>
          <pc:sldMk cId="334627225" sldId="552"/>
        </pc:sldMkLst>
        <pc:picChg chg="add mod">
          <ac:chgData name="SHIRIN MATWANKAR" userId="S::shirin.matwankar@fcrit.ac.in::2e542d0c-3197-41aa-b285-03383859806c" providerId="AD" clId="Web-{BFEBFD94-287C-973C-C5E3-F8E3FF831210}" dt="2026-08-11T04:48:55.525" v="139" actId="14100"/>
          <ac:picMkLst>
            <pc:docMk/>
            <pc:sldMk cId="334627225" sldId="552"/>
            <ac:picMk id="2" creationId="{A120520E-C3B0-40A5-164C-388AB5F3224B}"/>
          </ac:picMkLst>
        </pc:picChg>
      </pc:sldChg>
      <pc:sldChg chg="addSp modSp new">
        <pc:chgData name="SHIRIN MATWANKAR" userId="S::shirin.matwankar@fcrit.ac.in::2e542d0c-3197-41aa-b285-03383859806c" providerId="AD" clId="Web-{BFEBFD94-287C-973C-C5E3-F8E3FF831210}" dt="2026-08-11T04:49:23.823" v="145" actId="14100"/>
        <pc:sldMkLst>
          <pc:docMk/>
          <pc:sldMk cId="500424958" sldId="553"/>
        </pc:sldMkLst>
        <pc:picChg chg="add mod">
          <ac:chgData name="SHIRIN MATWANKAR" userId="S::shirin.matwankar@fcrit.ac.in::2e542d0c-3197-41aa-b285-03383859806c" providerId="AD" clId="Web-{BFEBFD94-287C-973C-C5E3-F8E3FF831210}" dt="2026-08-11T04:49:23.823" v="145" actId="14100"/>
          <ac:picMkLst>
            <pc:docMk/>
            <pc:sldMk cId="500424958" sldId="553"/>
            <ac:picMk id="2" creationId="{13C0DEB2-27CA-28DB-E4F2-0DD73C4EE47F}"/>
          </ac:picMkLst>
        </pc:picChg>
      </pc:sldChg>
      <pc:sldChg chg="addSp modSp new">
        <pc:chgData name="SHIRIN MATWANKAR" userId="S::shirin.matwankar@fcrit.ac.in::2e542d0c-3197-41aa-b285-03383859806c" providerId="AD" clId="Web-{BFEBFD94-287C-973C-C5E3-F8E3FF831210}" dt="2026-08-11T04:49:40.807" v="150" actId="14100"/>
        <pc:sldMkLst>
          <pc:docMk/>
          <pc:sldMk cId="2155343054" sldId="554"/>
        </pc:sldMkLst>
        <pc:picChg chg="add mod">
          <ac:chgData name="SHIRIN MATWANKAR" userId="S::shirin.matwankar@fcrit.ac.in::2e542d0c-3197-41aa-b285-03383859806c" providerId="AD" clId="Web-{BFEBFD94-287C-973C-C5E3-F8E3FF831210}" dt="2026-08-11T04:49:40.807" v="150" actId="14100"/>
          <ac:picMkLst>
            <pc:docMk/>
            <pc:sldMk cId="2155343054" sldId="554"/>
            <ac:picMk id="2" creationId="{42E22D51-D830-CBB6-BAD8-1E4F0472A656}"/>
          </ac:picMkLst>
        </pc:picChg>
      </pc:sldChg>
      <pc:sldChg chg="addSp modSp new">
        <pc:chgData name="SHIRIN MATWANKAR" userId="S::shirin.matwankar@fcrit.ac.in::2e542d0c-3197-41aa-b285-03383859806c" providerId="AD" clId="Web-{BFEBFD94-287C-973C-C5E3-F8E3FF831210}" dt="2026-08-11T04:50:16.370" v="155" actId="1076"/>
        <pc:sldMkLst>
          <pc:docMk/>
          <pc:sldMk cId="2366989848" sldId="555"/>
        </pc:sldMkLst>
        <pc:picChg chg="add mod">
          <ac:chgData name="SHIRIN MATWANKAR" userId="S::shirin.matwankar@fcrit.ac.in::2e542d0c-3197-41aa-b285-03383859806c" providerId="AD" clId="Web-{BFEBFD94-287C-973C-C5E3-F8E3FF831210}" dt="2026-08-11T04:50:16.370" v="155" actId="1076"/>
          <ac:picMkLst>
            <pc:docMk/>
            <pc:sldMk cId="2366989848" sldId="555"/>
            <ac:picMk id="2" creationId="{AA65DC1D-E2F6-9FB8-B79D-C447C0CA2542}"/>
          </ac:picMkLst>
        </pc:picChg>
      </pc:sldChg>
      <pc:sldChg chg="addSp modSp new">
        <pc:chgData name="SHIRIN MATWANKAR" userId="S::shirin.matwankar@fcrit.ac.in::2e542d0c-3197-41aa-b285-03383859806c" providerId="AD" clId="Web-{BFEBFD94-287C-973C-C5E3-F8E3FF831210}" dt="2026-08-11T04:50:33.418" v="161" actId="14100"/>
        <pc:sldMkLst>
          <pc:docMk/>
          <pc:sldMk cId="3995011573" sldId="556"/>
        </pc:sldMkLst>
        <pc:picChg chg="add mod">
          <ac:chgData name="SHIRIN MATWANKAR" userId="S::shirin.matwankar@fcrit.ac.in::2e542d0c-3197-41aa-b285-03383859806c" providerId="AD" clId="Web-{BFEBFD94-287C-973C-C5E3-F8E3FF831210}" dt="2026-08-11T04:50:33.418" v="161" actId="14100"/>
          <ac:picMkLst>
            <pc:docMk/>
            <pc:sldMk cId="3995011573" sldId="556"/>
            <ac:picMk id="2" creationId="{4E9FF2FD-79A4-17A6-12AA-F7DF5FC33A28}"/>
          </ac:picMkLst>
        </pc:picChg>
      </pc:sldChg>
    </pc:docChg>
  </pc:docChgLst>
  <pc:docChgLst>
    <pc:chgData name="SHIRIN MATWANKAR" userId="S::shirin.matwankar@fcrit.ac.in::2e542d0c-3197-41aa-b285-03383859806c" providerId="AD" clId="Web-{93B9A4FE-23C9-A026-3408-6E93D088AF78}"/>
    <pc:docChg chg="addSld delSld modSld modSection">
      <pc:chgData name="SHIRIN MATWANKAR" userId="S::shirin.matwankar@fcrit.ac.in::2e542d0c-3197-41aa-b285-03383859806c" providerId="AD" clId="Web-{93B9A4FE-23C9-A026-3408-6E93D088AF78}" dt="2026-08-13T07:03:01.005" v="55" actId="20577"/>
      <pc:docMkLst>
        <pc:docMk/>
      </pc:docMkLst>
    </pc:docChg>
  </pc:docChgLst>
  <pc:docChgLst>
    <pc:chgData name="SHIRIN MATWANKAR" userId="S::shirin.matwankar@fcrit.ac.in::2e542d0c-3197-41aa-b285-03383859806c" providerId="AD" clId="Web-{49D8D2CD-9F0A-BE5E-9019-094144361B49}"/>
    <pc:docChg chg="addSld delSld modSld modSection">
      <pc:chgData name="SHIRIN MATWANKAR" userId="S::shirin.matwankar@fcrit.ac.in::2e542d0c-3197-41aa-b285-03383859806c" providerId="AD" clId="Web-{49D8D2CD-9F0A-BE5E-9019-094144361B49}" dt="2026-08-18T04:28:32.961" v="70" actId="20577"/>
      <pc:docMkLst>
        <pc:docMk/>
      </pc:docMkLst>
      <pc:sldChg chg="modSp new">
        <pc:chgData name="SHIRIN MATWANKAR" userId="S::shirin.matwankar@fcrit.ac.in::2e542d0c-3197-41aa-b285-03383859806c" providerId="AD" clId="Web-{49D8D2CD-9F0A-BE5E-9019-094144361B49}" dt="2026-08-18T03:55:01.656" v="9" actId="20577"/>
        <pc:sldMkLst>
          <pc:docMk/>
          <pc:sldMk cId="2691448361" sldId="565"/>
        </pc:sldMkLst>
        <pc:spChg chg="mod">
          <ac:chgData name="SHIRIN MATWANKAR" userId="S::shirin.matwankar@fcrit.ac.in::2e542d0c-3197-41aa-b285-03383859806c" providerId="AD" clId="Web-{49D8D2CD-9F0A-BE5E-9019-094144361B49}" dt="2026-08-18T03:55:01.656" v="9" actId="20577"/>
          <ac:spMkLst>
            <pc:docMk/>
            <pc:sldMk cId="2691448361" sldId="565"/>
            <ac:spMk id="2" creationId="{BEE6CF68-5116-9C76-49B4-8A0FFA8E644A}"/>
          </ac:spMkLst>
        </pc:spChg>
        <pc:spChg chg="mod">
          <ac:chgData name="SHIRIN MATWANKAR" userId="S::shirin.matwankar@fcrit.ac.in::2e542d0c-3197-41aa-b285-03383859806c" providerId="AD" clId="Web-{49D8D2CD-9F0A-BE5E-9019-094144361B49}" dt="2026-08-18T03:54:49.437" v="6" actId="20577"/>
          <ac:spMkLst>
            <pc:docMk/>
            <pc:sldMk cId="2691448361" sldId="565"/>
            <ac:spMk id="3" creationId="{8BC30111-13E6-1C85-55D8-F12F165184AC}"/>
          </ac:spMkLst>
        </pc:spChg>
      </pc:sldChg>
      <pc:sldChg chg="modSp new">
        <pc:chgData name="SHIRIN MATWANKAR" userId="S::shirin.matwankar@fcrit.ac.in::2e542d0c-3197-41aa-b285-03383859806c" providerId="AD" clId="Web-{49D8D2CD-9F0A-BE5E-9019-094144361B49}" dt="2026-08-18T04:28:32.961" v="70" actId="20577"/>
        <pc:sldMkLst>
          <pc:docMk/>
          <pc:sldMk cId="1713641055" sldId="566"/>
        </pc:sldMkLst>
        <pc:spChg chg="mod">
          <ac:chgData name="SHIRIN MATWANKAR" userId="S::shirin.matwankar@fcrit.ac.in::2e542d0c-3197-41aa-b285-03383859806c" providerId="AD" clId="Web-{49D8D2CD-9F0A-BE5E-9019-094144361B49}" dt="2026-08-18T04:27:55.835" v="61" actId="20577"/>
          <ac:spMkLst>
            <pc:docMk/>
            <pc:sldMk cId="1713641055" sldId="566"/>
            <ac:spMk id="2" creationId="{69C98993-B4A2-5B75-2A83-25587EF71342}"/>
          </ac:spMkLst>
        </pc:spChg>
        <pc:spChg chg="mod">
          <ac:chgData name="SHIRIN MATWANKAR" userId="S::shirin.matwankar@fcrit.ac.in::2e542d0c-3197-41aa-b285-03383859806c" providerId="AD" clId="Web-{49D8D2CD-9F0A-BE5E-9019-094144361B49}" dt="2026-08-18T04:28:32.961" v="70" actId="20577"/>
          <ac:spMkLst>
            <pc:docMk/>
            <pc:sldMk cId="1713641055" sldId="566"/>
            <ac:spMk id="3" creationId="{DF6D52D6-B347-5E32-3BDE-4DCCACF21293}"/>
          </ac:spMkLst>
        </pc:spChg>
      </pc:sldChg>
    </pc:docChg>
  </pc:docChgLst>
  <pc:docChgLst>
    <pc:chgData name="SHIRIN MATWANKAR" userId="S::shirin.matwankar@fcrit.ac.in::2e542d0c-3197-41aa-b285-03383859806c" providerId="AD" clId="Web-{6E1D8822-8A15-02E0-1B8F-10171938B8F8}"/>
    <pc:docChg chg="addSld delSld modSld sldOrd modSection">
      <pc:chgData name="SHIRIN MATWANKAR" userId="S::shirin.matwankar@fcrit.ac.in::2e542d0c-3197-41aa-b285-03383859806c" providerId="AD" clId="Web-{6E1D8822-8A15-02E0-1B8F-10171938B8F8}" dt="2026-08-10T10:21:12.951" v="569"/>
      <pc:docMkLst>
        <pc:docMk/>
      </pc:docMkLst>
      <pc:sldChg chg="addSp modSp">
        <pc:chgData name="SHIRIN MATWANKAR" userId="S::shirin.matwankar@fcrit.ac.in::2e542d0c-3197-41aa-b285-03383859806c" providerId="AD" clId="Web-{6E1D8822-8A15-02E0-1B8F-10171938B8F8}" dt="2026-08-10T04:38:13.431" v="60" actId="1076"/>
        <pc:sldMkLst>
          <pc:docMk/>
          <pc:sldMk cId="4160207735" sldId="269"/>
        </pc:sldMkLst>
        <pc:spChg chg="add mod">
          <ac:chgData name="SHIRIN MATWANKAR" userId="S::shirin.matwankar@fcrit.ac.in::2e542d0c-3197-41aa-b285-03383859806c" providerId="AD" clId="Web-{6E1D8822-8A15-02E0-1B8F-10171938B8F8}" dt="2026-08-10T04:38:13.431" v="60" actId="1076"/>
          <ac:spMkLst>
            <pc:docMk/>
            <pc:sldMk cId="4160207735" sldId="269"/>
            <ac:spMk id="3" creationId="{055E174F-647A-B7EA-4601-C46892FC044A}"/>
          </ac:spMkLst>
        </pc:spChg>
      </pc:sldChg>
      <pc:sldChg chg="addSp delSp modSp">
        <pc:chgData name="SHIRIN MATWANKAR" userId="S::shirin.matwankar@fcrit.ac.in::2e542d0c-3197-41aa-b285-03383859806c" providerId="AD" clId="Web-{6E1D8822-8A15-02E0-1B8F-10171938B8F8}" dt="2026-08-10T04:35:47.975" v="39"/>
        <pc:sldMkLst>
          <pc:docMk/>
          <pc:sldMk cId="1666782702" sldId="281"/>
        </pc:sldMkLst>
      </pc:sldChg>
      <pc:sldChg chg="addSp delSp modSp">
        <pc:chgData name="SHIRIN MATWANKAR" userId="S::shirin.matwankar@fcrit.ac.in::2e542d0c-3197-41aa-b285-03383859806c" providerId="AD" clId="Web-{6E1D8822-8A15-02E0-1B8F-10171938B8F8}" dt="2026-08-10T04:37:44.446" v="54" actId="20577"/>
        <pc:sldMkLst>
          <pc:docMk/>
          <pc:sldMk cId="3968333730" sldId="284"/>
        </pc:sldMkLst>
        <pc:spChg chg="mod">
          <ac:chgData name="SHIRIN MATWANKAR" userId="S::shirin.matwankar@fcrit.ac.in::2e542d0c-3197-41aa-b285-03383859806c" providerId="AD" clId="Web-{6E1D8822-8A15-02E0-1B8F-10171938B8F8}" dt="2026-08-10T04:37:44.446" v="54" actId="20577"/>
          <ac:spMkLst>
            <pc:docMk/>
            <pc:sldMk cId="3968333730" sldId="284"/>
            <ac:spMk id="2" creationId="{DEFD27E3-953D-585D-C7D6-AC52D371C7DD}"/>
          </ac:spMkLst>
        </pc:spChg>
      </pc:sldChg>
      <pc:sldChg chg="addSp modSp">
        <pc:chgData name="SHIRIN MATWANKAR" userId="S::shirin.matwankar@fcrit.ac.in::2e542d0c-3197-41aa-b285-03383859806c" providerId="AD" clId="Web-{6E1D8822-8A15-02E0-1B8F-10171938B8F8}" dt="2026-08-10T04:38:00.243" v="57" actId="20577"/>
        <pc:sldMkLst>
          <pc:docMk/>
          <pc:sldMk cId="1739268526" sldId="285"/>
        </pc:sldMkLst>
        <pc:spChg chg="add mod">
          <ac:chgData name="SHIRIN MATWANKAR" userId="S::shirin.matwankar@fcrit.ac.in::2e542d0c-3197-41aa-b285-03383859806c" providerId="AD" clId="Web-{6E1D8822-8A15-02E0-1B8F-10171938B8F8}" dt="2026-08-10T04:38:00.243" v="57" actId="20577"/>
          <ac:spMkLst>
            <pc:docMk/>
            <pc:sldMk cId="1739268526" sldId="285"/>
            <ac:spMk id="4" creationId="{285B8AAB-DEA6-E673-AC18-51C70DB57688}"/>
          </ac:spMkLst>
        </pc:spChg>
      </pc:sldChg>
      <pc:sldChg chg="add">
        <pc:chgData name="SHIRIN MATWANKAR" userId="S::shirin.matwankar@fcrit.ac.in::2e542d0c-3197-41aa-b285-03383859806c" providerId="AD" clId="Web-{6E1D8822-8A15-02E0-1B8F-10171938B8F8}" dt="2026-08-10T04:32:11.284" v="35"/>
        <pc:sldMkLst>
          <pc:docMk/>
          <pc:sldMk cId="2959048135" sldId="526"/>
        </pc:sldMkLst>
      </pc:sldChg>
      <pc:sldChg chg="add">
        <pc:chgData name="SHIRIN MATWANKAR" userId="S::shirin.matwankar@fcrit.ac.in::2e542d0c-3197-41aa-b285-03383859806c" providerId="AD" clId="Web-{6E1D8822-8A15-02E0-1B8F-10171938B8F8}" dt="2026-08-10T04:32:11.362" v="36"/>
        <pc:sldMkLst>
          <pc:docMk/>
          <pc:sldMk cId="497434638" sldId="529"/>
        </pc:sldMkLst>
      </pc:sldChg>
      <pc:sldChg chg="add">
        <pc:chgData name="SHIRIN MATWANKAR" userId="S::shirin.matwankar@fcrit.ac.in::2e542d0c-3197-41aa-b285-03383859806c" providerId="AD" clId="Web-{6E1D8822-8A15-02E0-1B8F-10171938B8F8}" dt="2026-08-10T04:32:11.424" v="37"/>
        <pc:sldMkLst>
          <pc:docMk/>
          <pc:sldMk cId="124287432" sldId="530"/>
        </pc:sldMkLst>
      </pc:sldChg>
      <pc:sldChg chg="add">
        <pc:chgData name="SHIRIN MATWANKAR" userId="S::shirin.matwankar@fcrit.ac.in::2e542d0c-3197-41aa-b285-03383859806c" providerId="AD" clId="Web-{6E1D8822-8A15-02E0-1B8F-10171938B8F8}" dt="2026-08-10T04:32:11.221" v="34"/>
        <pc:sldMkLst>
          <pc:docMk/>
          <pc:sldMk cId="2325912360" sldId="531"/>
        </pc:sldMkLst>
      </pc:sldChg>
      <pc:sldChg chg="addSp delSp modSp new mod modClrScheme chgLayout">
        <pc:chgData name="SHIRIN MATWANKAR" userId="S::shirin.matwankar@fcrit.ac.in::2e542d0c-3197-41aa-b285-03383859806c" providerId="AD" clId="Web-{6E1D8822-8A15-02E0-1B8F-10171938B8F8}" dt="2026-08-10T04:36:03.179" v="46" actId="14100"/>
        <pc:sldMkLst>
          <pc:docMk/>
          <pc:sldMk cId="1385399714" sldId="533"/>
        </pc:sldMkLst>
        <pc:picChg chg="add mod">
          <ac:chgData name="SHIRIN MATWANKAR" userId="S::shirin.matwankar@fcrit.ac.in::2e542d0c-3197-41aa-b285-03383859806c" providerId="AD" clId="Web-{6E1D8822-8A15-02E0-1B8F-10171938B8F8}" dt="2026-08-10T04:36:03.179" v="46" actId="14100"/>
          <ac:picMkLst>
            <pc:docMk/>
            <pc:sldMk cId="1385399714" sldId="533"/>
            <ac:picMk id="4" creationId="{57999088-D731-4637-2536-21BFD4C9DD5F}"/>
          </ac:picMkLst>
        </pc:picChg>
      </pc:sldChg>
      <pc:sldChg chg="addSp delSp modSp new add del mod ord modClrScheme chgLayout">
        <pc:chgData name="SHIRIN MATWANKAR" userId="S::shirin.matwankar@fcrit.ac.in::2e542d0c-3197-41aa-b285-03383859806c" providerId="AD" clId="Web-{6E1D8822-8A15-02E0-1B8F-10171938B8F8}" dt="2026-08-10T09:19:47.127" v="259" actId="20577"/>
        <pc:sldMkLst>
          <pc:docMk/>
          <pc:sldMk cId="3485344859" sldId="534"/>
        </pc:sldMkLst>
        <pc:spChg chg="add mod">
          <ac:chgData name="SHIRIN MATWANKAR" userId="S::shirin.matwankar@fcrit.ac.in::2e542d0c-3197-41aa-b285-03383859806c" providerId="AD" clId="Web-{6E1D8822-8A15-02E0-1B8F-10171938B8F8}" dt="2026-08-10T09:19:47.127" v="259" actId="20577"/>
          <ac:spMkLst>
            <pc:docMk/>
            <pc:sldMk cId="3485344859" sldId="534"/>
            <ac:spMk id="6" creationId="{812C9445-77AC-7D1C-FE3C-67F9EF957E80}"/>
          </ac:spMkLst>
        </pc:spChg>
        <pc:picChg chg="add mod">
          <ac:chgData name="SHIRIN MATWANKAR" userId="S::shirin.matwankar@fcrit.ac.in::2e542d0c-3197-41aa-b285-03383859806c" providerId="AD" clId="Web-{6E1D8822-8A15-02E0-1B8F-10171938B8F8}" dt="2026-08-10T07:55:31.708" v="79" actId="14100"/>
          <ac:picMkLst>
            <pc:docMk/>
            <pc:sldMk cId="3485344859" sldId="534"/>
            <ac:picMk id="4" creationId="{F2F2B8E4-3BAF-9471-C7AE-644D862080BE}"/>
          </ac:picMkLst>
        </pc:picChg>
      </pc:sldChg>
      <pc:sldChg chg="addSp modSp new add del">
        <pc:chgData name="SHIRIN MATWANKAR" userId="S::shirin.matwankar@fcrit.ac.in::2e542d0c-3197-41aa-b285-03383859806c" providerId="AD" clId="Web-{6E1D8822-8A15-02E0-1B8F-10171938B8F8}" dt="2026-08-10T09:19:26.267" v="254"/>
        <pc:sldMkLst>
          <pc:docMk/>
          <pc:sldMk cId="3233454031" sldId="535"/>
        </pc:sldMkLst>
        <pc:picChg chg="add mod">
          <ac:chgData name="SHIRIN MATWANKAR" userId="S::shirin.matwankar@fcrit.ac.in::2e542d0c-3197-41aa-b285-03383859806c" providerId="AD" clId="Web-{6E1D8822-8A15-02E0-1B8F-10171938B8F8}" dt="2026-08-10T09:17:21.674" v="244" actId="1076"/>
          <ac:picMkLst>
            <pc:docMk/>
            <pc:sldMk cId="3233454031" sldId="535"/>
            <ac:picMk id="2" creationId="{C5B0DC5E-F2DD-41B9-2701-8EFB6DC7280B}"/>
          </ac:picMkLst>
        </pc:picChg>
        <pc:picChg chg="add mod">
          <ac:chgData name="SHIRIN MATWANKAR" userId="S::shirin.matwankar@fcrit.ac.in::2e542d0c-3197-41aa-b285-03383859806c" providerId="AD" clId="Web-{6E1D8822-8A15-02E0-1B8F-10171938B8F8}" dt="2026-08-10T09:17:19.346" v="243" actId="1076"/>
          <ac:picMkLst>
            <pc:docMk/>
            <pc:sldMk cId="3233454031" sldId="535"/>
            <ac:picMk id="3" creationId="{DC9AA41B-95BA-54C0-BD0C-CB62D8C8735F}"/>
          </ac:picMkLst>
        </pc:picChg>
      </pc:sldChg>
      <pc:sldChg chg="addSp modSp new">
        <pc:chgData name="SHIRIN MATWANKAR" userId="S::shirin.matwankar@fcrit.ac.in::2e542d0c-3197-41aa-b285-03383859806c" providerId="AD" clId="Web-{6E1D8822-8A15-02E0-1B8F-10171938B8F8}" dt="2026-08-10T07:57:50.492" v="102" actId="14100"/>
        <pc:sldMkLst>
          <pc:docMk/>
          <pc:sldMk cId="459785116" sldId="536"/>
        </pc:sldMkLst>
        <pc:picChg chg="add mod">
          <ac:chgData name="SHIRIN MATWANKAR" userId="S::shirin.matwankar@fcrit.ac.in::2e542d0c-3197-41aa-b285-03383859806c" providerId="AD" clId="Web-{6E1D8822-8A15-02E0-1B8F-10171938B8F8}" dt="2026-08-10T07:57:50.492" v="102" actId="14100"/>
          <ac:picMkLst>
            <pc:docMk/>
            <pc:sldMk cId="459785116" sldId="536"/>
            <ac:picMk id="2" creationId="{4DFFF0A0-61D1-8F92-82FC-CDDAC43BCFDE}"/>
          </ac:picMkLst>
        </pc:picChg>
      </pc:sldChg>
      <pc:sldChg chg="addSp delSp modSp new add del">
        <pc:chgData name="SHIRIN MATWANKAR" userId="S::shirin.matwankar@fcrit.ac.in::2e542d0c-3197-41aa-b285-03383859806c" providerId="AD" clId="Web-{6E1D8822-8A15-02E0-1B8F-10171938B8F8}" dt="2026-08-10T09:19:26.298" v="255"/>
        <pc:sldMkLst>
          <pc:docMk/>
          <pc:sldMk cId="2318536583" sldId="537"/>
        </pc:sldMkLst>
        <pc:picChg chg="add mod">
          <ac:chgData name="SHIRIN MATWANKAR" userId="S::shirin.matwankar@fcrit.ac.in::2e542d0c-3197-41aa-b285-03383859806c" providerId="AD" clId="Web-{6E1D8822-8A15-02E0-1B8F-10171938B8F8}" dt="2026-08-10T09:18:17.814" v="248"/>
          <ac:picMkLst>
            <pc:docMk/>
            <pc:sldMk cId="2318536583" sldId="537"/>
            <ac:picMk id="3" creationId="{00B3D6AE-94A2-12D7-9321-B7DC1A6A667F}"/>
          </ac:picMkLst>
        </pc:picChg>
      </pc:sldChg>
      <pc:sldChg chg="addSp modSp new add del">
        <pc:chgData name="SHIRIN MATWANKAR" userId="S::shirin.matwankar@fcrit.ac.in::2e542d0c-3197-41aa-b285-03383859806c" providerId="AD" clId="Web-{6E1D8822-8A15-02E0-1B8F-10171938B8F8}" dt="2026-08-10T07:57:24.882" v="97"/>
        <pc:sldMkLst>
          <pc:docMk/>
          <pc:sldMk cId="3326984967" sldId="538"/>
        </pc:sldMkLst>
        <pc:picChg chg="add mod">
          <ac:chgData name="SHIRIN MATWANKAR" userId="S::shirin.matwankar@fcrit.ac.in::2e542d0c-3197-41aa-b285-03383859806c" providerId="AD" clId="Web-{6E1D8822-8A15-02E0-1B8F-10171938B8F8}" dt="2026-08-10T07:57:04.288" v="95" actId="14100"/>
          <ac:picMkLst>
            <pc:docMk/>
            <pc:sldMk cId="3326984967" sldId="538"/>
            <ac:picMk id="2" creationId="{02892653-5C6C-E8EF-33CD-0E0F922BD570}"/>
          </ac:picMkLst>
        </pc:picChg>
      </pc:sldChg>
      <pc:sldChg chg="addSp modSp new">
        <pc:chgData name="SHIRIN MATWANKAR" userId="S::shirin.matwankar@fcrit.ac.in::2e542d0c-3197-41aa-b285-03383859806c" providerId="AD" clId="Web-{6E1D8822-8A15-02E0-1B8F-10171938B8F8}" dt="2026-08-10T07:58:14.914" v="108" actId="14100"/>
        <pc:sldMkLst>
          <pc:docMk/>
          <pc:sldMk cId="2326058555" sldId="539"/>
        </pc:sldMkLst>
        <pc:picChg chg="add mod">
          <ac:chgData name="SHIRIN MATWANKAR" userId="S::shirin.matwankar@fcrit.ac.in::2e542d0c-3197-41aa-b285-03383859806c" providerId="AD" clId="Web-{6E1D8822-8A15-02E0-1B8F-10171938B8F8}" dt="2026-08-10T07:58:14.914" v="108" actId="14100"/>
          <ac:picMkLst>
            <pc:docMk/>
            <pc:sldMk cId="2326058555" sldId="539"/>
            <ac:picMk id="2" creationId="{389D2797-9A5E-7E75-97C0-4BA5E92EFB8C}"/>
          </ac:picMkLst>
        </pc:picChg>
      </pc:sldChg>
      <pc:sldChg chg="addSp delSp modSp new mod modClrScheme chgLayout">
        <pc:chgData name="SHIRIN MATWANKAR" userId="S::shirin.matwankar@fcrit.ac.in::2e542d0c-3197-41aa-b285-03383859806c" providerId="AD" clId="Web-{6E1D8822-8A15-02E0-1B8F-10171938B8F8}" dt="2026-08-10T07:58:59.493" v="113" actId="14100"/>
        <pc:sldMkLst>
          <pc:docMk/>
          <pc:sldMk cId="861636875" sldId="540"/>
        </pc:sldMkLst>
      </pc:sldChg>
      <pc:sldChg chg="addSp modSp new">
        <pc:chgData name="SHIRIN MATWANKAR" userId="S::shirin.matwankar@fcrit.ac.in::2e542d0c-3197-41aa-b285-03383859806c" providerId="AD" clId="Web-{6E1D8822-8A15-02E0-1B8F-10171938B8F8}" dt="2026-08-10T08:01:29.105" v="121" actId="14100"/>
        <pc:sldMkLst>
          <pc:docMk/>
          <pc:sldMk cId="2882219571" sldId="541"/>
        </pc:sldMkLst>
        <pc:picChg chg="add mod">
          <ac:chgData name="SHIRIN MATWANKAR" userId="S::shirin.matwankar@fcrit.ac.in::2e542d0c-3197-41aa-b285-03383859806c" providerId="AD" clId="Web-{6E1D8822-8A15-02E0-1B8F-10171938B8F8}" dt="2026-08-10T08:01:29.105" v="121" actId="14100"/>
          <ac:picMkLst>
            <pc:docMk/>
            <pc:sldMk cId="2882219571" sldId="541"/>
            <ac:picMk id="2" creationId="{A83C1DE2-F81A-3DA2-0EE5-279010C1491C}"/>
          </ac:picMkLst>
        </pc:picChg>
      </pc:sldChg>
      <pc:sldChg chg="addSp modSp new">
        <pc:chgData name="SHIRIN MATWANKAR" userId="S::shirin.matwankar@fcrit.ac.in::2e542d0c-3197-41aa-b285-03383859806c" providerId="AD" clId="Web-{6E1D8822-8A15-02E0-1B8F-10171938B8F8}" dt="2026-08-10T08:07:17.142" v="133" actId="14100"/>
        <pc:sldMkLst>
          <pc:docMk/>
          <pc:sldMk cId="2687868107" sldId="542"/>
        </pc:sldMkLst>
        <pc:picChg chg="add mod">
          <ac:chgData name="SHIRIN MATWANKAR" userId="S::shirin.matwankar@fcrit.ac.in::2e542d0c-3197-41aa-b285-03383859806c" providerId="AD" clId="Web-{6E1D8822-8A15-02E0-1B8F-10171938B8F8}" dt="2026-08-10T08:07:17.142" v="133" actId="14100"/>
          <ac:picMkLst>
            <pc:docMk/>
            <pc:sldMk cId="2687868107" sldId="542"/>
            <ac:picMk id="2" creationId="{7E4032BD-7ECC-2E48-13A5-CD9FE13F14CA}"/>
          </ac:picMkLst>
        </pc:picChg>
      </pc:sldChg>
      <pc:sldChg chg="addSp modSp new mod modClrScheme chgLayout">
        <pc:chgData name="SHIRIN MATWANKAR" userId="S::shirin.matwankar@fcrit.ac.in::2e542d0c-3197-41aa-b285-03383859806c" providerId="AD" clId="Web-{6E1D8822-8A15-02E0-1B8F-10171938B8F8}" dt="2026-08-10T09:19:39.564" v="257" actId="20577"/>
        <pc:sldMkLst>
          <pc:docMk/>
          <pc:sldMk cId="1449144623" sldId="543"/>
        </pc:sldMkLst>
        <pc:spChg chg="add mod">
          <ac:chgData name="SHIRIN MATWANKAR" userId="S::shirin.matwankar@fcrit.ac.in::2e542d0c-3197-41aa-b285-03383859806c" providerId="AD" clId="Web-{6E1D8822-8A15-02E0-1B8F-10171938B8F8}" dt="2026-08-10T09:19:39.564" v="257" actId="20577"/>
          <ac:spMkLst>
            <pc:docMk/>
            <pc:sldMk cId="1449144623" sldId="543"/>
            <ac:spMk id="2" creationId="{E38646BA-16C0-6F24-AABF-48D51C9AB5F3}"/>
          </ac:spMkLst>
        </pc:spChg>
        <pc:spChg chg="add mod">
          <ac:chgData name="SHIRIN MATWANKAR" userId="S::shirin.matwankar@fcrit.ac.in::2e542d0c-3197-41aa-b285-03383859806c" providerId="AD" clId="Web-{6E1D8822-8A15-02E0-1B8F-10171938B8F8}" dt="2026-08-10T08:57:34.520" v="168" actId="20577"/>
          <ac:spMkLst>
            <pc:docMk/>
            <pc:sldMk cId="1449144623" sldId="543"/>
            <ac:spMk id="3" creationId="{6DBE6777-1BFF-4476-5CFF-ED74BB62705D}"/>
          </ac:spMkLst>
        </pc:spChg>
      </pc:sldChg>
      <pc:sldChg chg="modSp new ord">
        <pc:chgData name="SHIRIN MATWANKAR" userId="S::shirin.matwankar@fcrit.ac.in::2e542d0c-3197-41aa-b285-03383859806c" providerId="AD" clId="Web-{6E1D8822-8A15-02E0-1B8F-10171938B8F8}" dt="2026-08-10T09:19:41.564" v="258"/>
        <pc:sldMkLst>
          <pc:docMk/>
          <pc:sldMk cId="494207063" sldId="544"/>
        </pc:sldMkLst>
        <pc:spChg chg="mod">
          <ac:chgData name="SHIRIN MATWANKAR" userId="S::shirin.matwankar@fcrit.ac.in::2e542d0c-3197-41aa-b285-03383859806c" providerId="AD" clId="Web-{6E1D8822-8A15-02E0-1B8F-10171938B8F8}" dt="2026-08-10T08:59:47.739" v="185" actId="1076"/>
          <ac:spMkLst>
            <pc:docMk/>
            <pc:sldMk cId="494207063" sldId="544"/>
            <ac:spMk id="2" creationId="{C5968B59-AE79-1B0D-51F5-B086F5922918}"/>
          </ac:spMkLst>
        </pc:spChg>
        <pc:spChg chg="mod">
          <ac:chgData name="SHIRIN MATWANKAR" userId="S::shirin.matwankar@fcrit.ac.in::2e542d0c-3197-41aa-b285-03383859806c" providerId="AD" clId="Web-{6E1D8822-8A15-02E0-1B8F-10171938B8F8}" dt="2026-08-10T09:00:29.551" v="196" actId="20577"/>
          <ac:spMkLst>
            <pc:docMk/>
            <pc:sldMk cId="494207063" sldId="544"/>
            <ac:spMk id="3" creationId="{FA5937B3-3F4F-00A1-0C22-B4F1D53E0F25}"/>
          </ac:spMkLst>
        </pc:spChg>
      </pc:sldChg>
      <pc:sldChg chg="modSp new">
        <pc:chgData name="SHIRIN MATWANKAR" userId="S::shirin.matwankar@fcrit.ac.in::2e542d0c-3197-41aa-b285-03383859806c" providerId="AD" clId="Web-{6E1D8822-8A15-02E0-1B8F-10171938B8F8}" dt="2026-08-10T09:01:32.488" v="208" actId="20577"/>
        <pc:sldMkLst>
          <pc:docMk/>
          <pc:sldMk cId="1160778755" sldId="545"/>
        </pc:sldMkLst>
        <pc:spChg chg="mod">
          <ac:chgData name="SHIRIN MATWANKAR" userId="S::shirin.matwankar@fcrit.ac.in::2e542d0c-3197-41aa-b285-03383859806c" providerId="AD" clId="Web-{6E1D8822-8A15-02E0-1B8F-10171938B8F8}" dt="2026-08-10T09:01:20.504" v="205" actId="20577"/>
          <ac:spMkLst>
            <pc:docMk/>
            <pc:sldMk cId="1160778755" sldId="545"/>
            <ac:spMk id="2" creationId="{F1DF067B-B314-5D40-9024-1D9D75361F13}"/>
          </ac:spMkLst>
        </pc:spChg>
        <pc:spChg chg="mod">
          <ac:chgData name="SHIRIN MATWANKAR" userId="S::shirin.matwankar@fcrit.ac.in::2e542d0c-3197-41aa-b285-03383859806c" providerId="AD" clId="Web-{6E1D8822-8A15-02E0-1B8F-10171938B8F8}" dt="2026-08-10T09:01:32.488" v="208" actId="20577"/>
          <ac:spMkLst>
            <pc:docMk/>
            <pc:sldMk cId="1160778755" sldId="545"/>
            <ac:spMk id="3" creationId="{4DDA03A7-723D-8936-7979-34932C688F64}"/>
          </ac:spMkLst>
        </pc:spChg>
      </pc:sldChg>
      <pc:sldChg chg="addSp modSp new mod modClrScheme chgLayout">
        <pc:chgData name="SHIRIN MATWANKAR" userId="S::shirin.matwankar@fcrit.ac.in::2e542d0c-3197-41aa-b285-03383859806c" providerId="AD" clId="Web-{6E1D8822-8A15-02E0-1B8F-10171938B8F8}" dt="2026-08-10T09:19:32.798" v="256" actId="20577"/>
        <pc:sldMkLst>
          <pc:docMk/>
          <pc:sldMk cId="2121616445" sldId="546"/>
        </pc:sldMkLst>
        <pc:spChg chg="add mod">
          <ac:chgData name="SHIRIN MATWANKAR" userId="S::shirin.matwankar@fcrit.ac.in::2e542d0c-3197-41aa-b285-03383859806c" providerId="AD" clId="Web-{6E1D8822-8A15-02E0-1B8F-10171938B8F8}" dt="2026-08-10T09:19:32.798" v="256" actId="20577"/>
          <ac:spMkLst>
            <pc:docMk/>
            <pc:sldMk cId="2121616445" sldId="546"/>
            <ac:spMk id="2" creationId="{167418F8-08DE-B17D-2AE8-6D9B0BE4040A}"/>
          </ac:spMkLst>
        </pc:spChg>
        <pc:spChg chg="add mod">
          <ac:chgData name="SHIRIN MATWANKAR" userId="S::shirin.matwankar@fcrit.ac.in::2e542d0c-3197-41aa-b285-03383859806c" providerId="AD" clId="Web-{6E1D8822-8A15-02E0-1B8F-10171938B8F8}" dt="2026-08-10T09:12:40.299" v="224" actId="20577"/>
          <ac:spMkLst>
            <pc:docMk/>
            <pc:sldMk cId="2121616445" sldId="546"/>
            <ac:spMk id="3" creationId="{3FC46A72-91C3-4B27-68FC-15E04C6D90DF}"/>
          </ac:spMkLst>
        </pc:spChg>
      </pc:sldChg>
      <pc:sldChg chg="modSp new">
        <pc:chgData name="SHIRIN MATWANKAR" userId="S::shirin.matwankar@fcrit.ac.in::2e542d0c-3197-41aa-b285-03383859806c" providerId="AD" clId="Web-{6E1D8822-8A15-02E0-1B8F-10171938B8F8}" dt="2026-08-10T09:13:49.815" v="231" actId="20577"/>
        <pc:sldMkLst>
          <pc:docMk/>
          <pc:sldMk cId="2980519334" sldId="547"/>
        </pc:sldMkLst>
        <pc:spChg chg="mod">
          <ac:chgData name="SHIRIN MATWANKAR" userId="S::shirin.matwankar@fcrit.ac.in::2e542d0c-3197-41aa-b285-03383859806c" providerId="AD" clId="Web-{6E1D8822-8A15-02E0-1B8F-10171938B8F8}" dt="2026-08-10T09:13:49.815" v="231" actId="20577"/>
          <ac:spMkLst>
            <pc:docMk/>
            <pc:sldMk cId="2980519334" sldId="547"/>
            <ac:spMk id="3" creationId="{90854B93-90D0-1DB0-848D-2946716FD761}"/>
          </ac:spMkLst>
        </pc:spChg>
      </pc:sldChg>
      <pc:sldChg chg="addSp delSp modSp new mod modClrScheme addAnim chgLayout">
        <pc:chgData name="SHIRIN MATWANKAR" userId="S::shirin.matwankar@fcrit.ac.in::2e542d0c-3197-41aa-b285-03383859806c" providerId="AD" clId="Web-{6E1D8822-8A15-02E0-1B8F-10171938B8F8}" dt="2026-08-10T10:21:12.951" v="569"/>
        <pc:sldMkLst>
          <pc:docMk/>
          <pc:sldMk cId="317701464" sldId="548"/>
        </pc:sldMkLst>
        <pc:spChg chg="add mod">
          <ac:chgData name="SHIRIN MATWANKAR" userId="S::shirin.matwankar@fcrit.ac.in::2e542d0c-3197-41aa-b285-03383859806c" providerId="AD" clId="Web-{6E1D8822-8A15-02E0-1B8F-10171938B8F8}" dt="2026-08-10T10:08:43.269" v="283" actId="20577"/>
          <ac:spMkLst>
            <pc:docMk/>
            <pc:sldMk cId="317701464" sldId="548"/>
            <ac:spMk id="2" creationId="{7EAB8BD9-AB10-14D3-7B5B-4281A1193858}"/>
          </ac:spMkLst>
        </pc:spChg>
        <pc:spChg chg="add mod">
          <ac:chgData name="SHIRIN MATWANKAR" userId="S::shirin.matwankar@fcrit.ac.in::2e542d0c-3197-41aa-b285-03383859806c" providerId="AD" clId="Web-{6E1D8822-8A15-02E0-1B8F-10171938B8F8}" dt="2026-08-10T10:20:20.372" v="562" actId="20577"/>
          <ac:spMkLst>
            <pc:docMk/>
            <pc:sldMk cId="317701464" sldId="548"/>
            <ac:spMk id="3" creationId="{43A75CEB-343F-6E0A-825C-DE2B1FA2653E}"/>
          </ac:spMkLst>
        </pc:spChg>
        <pc:spChg chg="add del mod">
          <ac:chgData name="SHIRIN MATWANKAR" userId="S::shirin.matwankar@fcrit.ac.in::2e542d0c-3197-41aa-b285-03383859806c" providerId="AD" clId="Web-{6E1D8822-8A15-02E0-1B8F-10171938B8F8}" dt="2026-08-10T10:19:28.699" v="540" actId="20577"/>
          <ac:spMkLst>
            <pc:docMk/>
            <pc:sldMk cId="317701464" sldId="548"/>
            <ac:spMk id="7" creationId="{6679B9E8-3AB9-A9D5-E2D6-9D3CC40BA681}"/>
          </ac:spMkLst>
        </pc:spChg>
        <pc:graphicFrameChg chg="add mod modGraphic">
          <ac:chgData name="SHIRIN MATWANKAR" userId="S::shirin.matwankar@fcrit.ac.in::2e542d0c-3197-41aa-b285-03383859806c" providerId="AD" clId="Web-{6E1D8822-8A15-02E0-1B8F-10171938B8F8}" dt="2026-08-10T10:21:12.951" v="569"/>
          <ac:graphicFrameMkLst>
            <pc:docMk/>
            <pc:sldMk cId="317701464" sldId="548"/>
            <ac:graphicFrameMk id="6" creationId="{B74809F0-CCFF-2DD3-0E7D-5D4FEC242539}"/>
          </ac:graphicFrameMkLst>
        </pc:graphicFrameChg>
      </pc:sldChg>
    </pc:docChg>
  </pc:docChgLst>
  <pc:docChgLst>
    <pc:chgData name="SHIRIN MATWANKAR" userId="S::shirin.matwankar@fcrit.ac.in::2e542d0c-3197-41aa-b285-03383859806c" providerId="AD" clId="Web-{D56A4EAB-B34F-B907-487D-FBCDB850C168}"/>
    <pc:docChg chg="addSld modSld modSection">
      <pc:chgData name="SHIRIN MATWANKAR" userId="S::shirin.matwankar@fcrit.ac.in::2e542d0c-3197-41aa-b285-03383859806c" providerId="AD" clId="Web-{D56A4EAB-B34F-B907-487D-FBCDB850C168}" dt="2026-08-26T07:56:29.418" v="2" actId="20577"/>
      <pc:docMkLst>
        <pc:docMk/>
      </pc:docMkLst>
      <pc:sldChg chg="addSp modSp new mod modClrScheme chgLayout">
        <pc:chgData name="SHIRIN MATWANKAR" userId="S::shirin.matwankar@fcrit.ac.in::2e542d0c-3197-41aa-b285-03383859806c" providerId="AD" clId="Web-{D56A4EAB-B34F-B907-487D-FBCDB850C168}" dt="2026-08-26T07:56:29.418" v="2" actId="20577"/>
        <pc:sldMkLst>
          <pc:docMk/>
          <pc:sldMk cId="3454538904" sldId="567"/>
        </pc:sldMkLst>
        <pc:spChg chg="add mod">
          <ac:chgData name="SHIRIN MATWANKAR" userId="S::shirin.matwankar@fcrit.ac.in::2e542d0c-3197-41aa-b285-03383859806c" providerId="AD" clId="Web-{D56A4EAB-B34F-B907-487D-FBCDB850C168}" dt="2026-08-26T07:56:27.168" v="1"/>
          <ac:spMkLst>
            <pc:docMk/>
            <pc:sldMk cId="3454538904" sldId="567"/>
            <ac:spMk id="2" creationId="{ED9E9998-8B9B-29F1-EC6A-67A147F13082}"/>
          </ac:spMkLst>
        </pc:spChg>
        <pc:spChg chg="add mod">
          <ac:chgData name="SHIRIN MATWANKAR" userId="S::shirin.matwankar@fcrit.ac.in::2e542d0c-3197-41aa-b285-03383859806c" providerId="AD" clId="Web-{D56A4EAB-B34F-B907-487D-FBCDB850C168}" dt="2026-08-26T07:56:29.418" v="2" actId="20577"/>
          <ac:spMkLst>
            <pc:docMk/>
            <pc:sldMk cId="3454538904" sldId="567"/>
            <ac:spMk id="3" creationId="{49403A49-8541-28DE-C506-D545B3A419EF}"/>
          </ac:spMkLst>
        </pc:spChg>
      </pc:sldChg>
    </pc:docChg>
  </pc:docChgLst>
  <pc:docChgLst>
    <pc:chgData name="SHIRIN MATWANKAR" userId="S::shirin.matwankar@fcrit.ac.in::2e542d0c-3197-41aa-b285-03383859806c" providerId="AD" clId="Web-{B16F0153-D699-2C46-ED97-C86B869CC1A9}"/>
    <pc:docChg chg="modSld">
      <pc:chgData name="SHIRIN MATWANKAR" userId="S::shirin.matwankar@fcrit.ac.in::2e542d0c-3197-41aa-b285-03383859806c" providerId="AD" clId="Web-{B16F0153-D699-2C46-ED97-C86B869CC1A9}" dt="2026-08-12T03:35:45.772" v="17" actId="20577"/>
      <pc:docMkLst>
        <pc:docMk/>
      </pc:docMkLst>
      <pc:sldChg chg="addSp modSp">
        <pc:chgData name="SHIRIN MATWANKAR" userId="S::shirin.matwankar@fcrit.ac.in::2e542d0c-3197-41aa-b285-03383859806c" providerId="AD" clId="Web-{B16F0153-D699-2C46-ED97-C86B869CC1A9}" dt="2026-08-12T03:35:45.772" v="17" actId="20577"/>
        <pc:sldMkLst>
          <pc:docMk/>
          <pc:sldMk cId="1212223983" sldId="549"/>
        </pc:sldMkLst>
        <pc:spChg chg="add mod">
          <ac:chgData name="SHIRIN MATWANKAR" userId="S::shirin.matwankar@fcrit.ac.in::2e542d0c-3197-41aa-b285-03383859806c" providerId="AD" clId="Web-{B16F0153-D699-2C46-ED97-C86B869CC1A9}" dt="2026-08-12T03:35:45.772" v="17" actId="20577"/>
          <ac:spMkLst>
            <pc:docMk/>
            <pc:sldMk cId="1212223983" sldId="549"/>
            <ac:spMk id="4" creationId="{0EAB788F-0C0D-B26A-29BC-0C70B47A8FAE}"/>
          </ac:spMkLst>
        </pc:spChg>
        <pc:graphicFrameChg chg="mod">
          <ac:chgData name="SHIRIN MATWANKAR" userId="S::shirin.matwankar@fcrit.ac.in::2e542d0c-3197-41aa-b285-03383859806c" providerId="AD" clId="Web-{B16F0153-D699-2C46-ED97-C86B869CC1A9}" dt="2026-08-12T03:31:57.924" v="0" actId="1076"/>
          <ac:graphicFrameMkLst>
            <pc:docMk/>
            <pc:sldMk cId="1212223983" sldId="549"/>
            <ac:graphicFrameMk id="8" creationId="{8B7DF6BF-7985-DC0F-382F-5DBB1A9F4A0F}"/>
          </ac:graphicFrameMkLst>
        </pc:graphicFrameChg>
      </pc:sldChg>
    </pc:docChg>
  </pc:docChgLst>
  <pc:docChgLst>
    <pc:chgData name="SHIRIN MATWANKAR" userId="S::shirin.matwankar@fcrit.ac.in::2e542d0c-3197-41aa-b285-03383859806c" providerId="AD" clId="Web-{F23297CF-6B9F-8395-7FE5-8FAD3375083F}"/>
    <pc:docChg chg="addSld modSld sldOrd modSection">
      <pc:chgData name="SHIRIN MATWANKAR" userId="S::shirin.matwankar@fcrit.ac.in::2e542d0c-3197-41aa-b285-03383859806c" providerId="AD" clId="Web-{F23297CF-6B9F-8395-7FE5-8FAD3375083F}" dt="2026-08-13T04:44:45.797" v="186" actId="20577"/>
      <pc:docMkLst>
        <pc:docMk/>
      </pc:docMkLst>
      <pc:sldChg chg="ord">
        <pc:chgData name="SHIRIN MATWANKAR" userId="S::shirin.matwankar@fcrit.ac.in::2e542d0c-3197-41aa-b285-03383859806c" providerId="AD" clId="Web-{F23297CF-6B9F-8395-7FE5-8FAD3375083F}" dt="2026-08-13T04:22:52.274" v="135"/>
        <pc:sldMkLst>
          <pc:docMk/>
          <pc:sldMk cId="334627225" sldId="552"/>
        </pc:sldMkLst>
      </pc:sldChg>
      <pc:sldChg chg="addSp modSp">
        <pc:chgData name="SHIRIN MATWANKAR" userId="S::shirin.matwankar@fcrit.ac.in::2e542d0c-3197-41aa-b285-03383859806c" providerId="AD" clId="Web-{F23297CF-6B9F-8395-7FE5-8FAD3375083F}" dt="2026-08-13T04:30:34.960" v="158" actId="1076"/>
        <pc:sldMkLst>
          <pc:docMk/>
          <pc:sldMk cId="500424958" sldId="553"/>
        </pc:sldMkLst>
        <pc:spChg chg="add mod">
          <ac:chgData name="SHIRIN MATWANKAR" userId="S::shirin.matwankar@fcrit.ac.in::2e542d0c-3197-41aa-b285-03383859806c" providerId="AD" clId="Web-{F23297CF-6B9F-8395-7FE5-8FAD3375083F}" dt="2026-08-13T04:30:34.960" v="158" actId="1076"/>
          <ac:spMkLst>
            <pc:docMk/>
            <pc:sldMk cId="500424958" sldId="553"/>
            <ac:spMk id="3" creationId="{C3271ED7-F279-523A-842D-3E08C2875508}"/>
          </ac:spMkLst>
        </pc:spChg>
      </pc:sldChg>
      <pc:sldChg chg="addSp modSp new mod modClrScheme chgLayout">
        <pc:chgData name="SHIRIN MATWANKAR" userId="S::shirin.matwankar@fcrit.ac.in::2e542d0c-3197-41aa-b285-03383859806c" providerId="AD" clId="Web-{F23297CF-6B9F-8395-7FE5-8FAD3375083F}" dt="2026-08-13T04:04:05.475" v="14" actId="20577"/>
        <pc:sldMkLst>
          <pc:docMk/>
          <pc:sldMk cId="3336617567" sldId="557"/>
        </pc:sldMkLst>
        <pc:spChg chg="add mod">
          <ac:chgData name="SHIRIN MATWANKAR" userId="S::shirin.matwankar@fcrit.ac.in::2e542d0c-3197-41aa-b285-03383859806c" providerId="AD" clId="Web-{F23297CF-6B9F-8395-7FE5-8FAD3375083F}" dt="2026-08-13T04:03:53.147" v="12" actId="20577"/>
          <ac:spMkLst>
            <pc:docMk/>
            <pc:sldMk cId="3336617567" sldId="557"/>
            <ac:spMk id="2" creationId="{FB26882A-C105-4E31-4080-BEAFB5F0EA33}"/>
          </ac:spMkLst>
        </pc:spChg>
        <pc:spChg chg="add mod">
          <ac:chgData name="SHIRIN MATWANKAR" userId="S::shirin.matwankar@fcrit.ac.in::2e542d0c-3197-41aa-b285-03383859806c" providerId="AD" clId="Web-{F23297CF-6B9F-8395-7FE5-8FAD3375083F}" dt="2026-08-13T04:04:05.475" v="14" actId="20577"/>
          <ac:spMkLst>
            <pc:docMk/>
            <pc:sldMk cId="3336617567" sldId="557"/>
            <ac:spMk id="3" creationId="{F9E059DA-FF91-37E6-8605-1D9F55596595}"/>
          </ac:spMkLst>
        </pc:spChg>
      </pc:sldChg>
      <pc:sldChg chg="addSp modSp new mod modClrScheme chgLayout">
        <pc:chgData name="SHIRIN MATWANKAR" userId="S::shirin.matwankar@fcrit.ac.in::2e542d0c-3197-41aa-b285-03383859806c" providerId="AD" clId="Web-{F23297CF-6B9F-8395-7FE5-8FAD3375083F}" dt="2026-08-13T04:21:33.928" v="125" actId="20577"/>
        <pc:sldMkLst>
          <pc:docMk/>
          <pc:sldMk cId="331465603" sldId="558"/>
        </pc:sldMkLst>
        <pc:spChg chg="add mod">
          <ac:chgData name="SHIRIN MATWANKAR" userId="S::shirin.matwankar@fcrit.ac.in::2e542d0c-3197-41aa-b285-03383859806c" providerId="AD" clId="Web-{F23297CF-6B9F-8395-7FE5-8FAD3375083F}" dt="2026-08-13T04:21:33.928" v="125" actId="20577"/>
          <ac:spMkLst>
            <pc:docMk/>
            <pc:sldMk cId="331465603" sldId="558"/>
            <ac:spMk id="2" creationId="{AB8569A8-11D6-C4A4-5B17-04F936481F7B}"/>
          </ac:spMkLst>
        </pc:spChg>
        <pc:spChg chg="add mod">
          <ac:chgData name="SHIRIN MATWANKAR" userId="S::shirin.matwankar@fcrit.ac.in::2e542d0c-3197-41aa-b285-03383859806c" providerId="AD" clId="Web-{F23297CF-6B9F-8395-7FE5-8FAD3375083F}" dt="2026-08-13T04:16:55.858" v="99" actId="20577"/>
          <ac:spMkLst>
            <pc:docMk/>
            <pc:sldMk cId="331465603" sldId="558"/>
            <ac:spMk id="3" creationId="{F5624177-51FD-1FF0-64A9-8ADDD4C1FFCF}"/>
          </ac:spMkLst>
        </pc:spChg>
      </pc:sldChg>
      <pc:sldChg chg="modSp new ord">
        <pc:chgData name="SHIRIN MATWANKAR" userId="S::shirin.matwankar@fcrit.ac.in::2e542d0c-3197-41aa-b285-03383859806c" providerId="AD" clId="Web-{F23297CF-6B9F-8395-7FE5-8FAD3375083F}" dt="2026-08-13T04:22:08.164" v="134" actId="14100"/>
        <pc:sldMkLst>
          <pc:docMk/>
          <pc:sldMk cId="3554436342" sldId="559"/>
        </pc:sldMkLst>
        <pc:spChg chg="mod">
          <ac:chgData name="SHIRIN MATWANKAR" userId="S::shirin.matwankar@fcrit.ac.in::2e542d0c-3197-41aa-b285-03383859806c" providerId="AD" clId="Web-{F23297CF-6B9F-8395-7FE5-8FAD3375083F}" dt="2026-08-13T04:21:44.444" v="128" actId="20577"/>
          <ac:spMkLst>
            <pc:docMk/>
            <pc:sldMk cId="3554436342" sldId="559"/>
            <ac:spMk id="2" creationId="{41ABB23B-0DA6-8FBB-EB4C-F736D67271C3}"/>
          </ac:spMkLst>
        </pc:spChg>
        <pc:spChg chg="mod">
          <ac:chgData name="SHIRIN MATWANKAR" userId="S::shirin.matwankar@fcrit.ac.in::2e542d0c-3197-41aa-b285-03383859806c" providerId="AD" clId="Web-{F23297CF-6B9F-8395-7FE5-8FAD3375083F}" dt="2026-08-13T04:22:08.164" v="134" actId="14100"/>
          <ac:spMkLst>
            <pc:docMk/>
            <pc:sldMk cId="3554436342" sldId="559"/>
            <ac:spMk id="3" creationId="{E587C9FA-FDF4-1F72-4665-BC45E21502CB}"/>
          </ac:spMkLst>
        </pc:spChg>
      </pc:sldChg>
      <pc:sldChg chg="addSp modSp new mod modClrScheme chgLayout">
        <pc:chgData name="SHIRIN MATWANKAR" userId="S::shirin.matwankar@fcrit.ac.in::2e542d0c-3197-41aa-b285-03383859806c" providerId="AD" clId="Web-{F23297CF-6B9F-8395-7FE5-8FAD3375083F}" dt="2026-08-13T04:26:19.952" v="150" actId="20577"/>
        <pc:sldMkLst>
          <pc:docMk/>
          <pc:sldMk cId="2311482871" sldId="560"/>
        </pc:sldMkLst>
        <pc:spChg chg="add mod">
          <ac:chgData name="SHIRIN MATWANKAR" userId="S::shirin.matwankar@fcrit.ac.in::2e542d0c-3197-41aa-b285-03383859806c" providerId="AD" clId="Web-{F23297CF-6B9F-8395-7FE5-8FAD3375083F}" dt="2026-08-13T04:26:19.952" v="150" actId="20577"/>
          <ac:spMkLst>
            <pc:docMk/>
            <pc:sldMk cId="2311482871" sldId="560"/>
            <ac:spMk id="2" creationId="{80CCD6E0-2D57-6D8E-4013-658E5A017473}"/>
          </ac:spMkLst>
        </pc:spChg>
        <pc:spChg chg="add mod">
          <ac:chgData name="SHIRIN MATWANKAR" userId="S::shirin.matwankar@fcrit.ac.in::2e542d0c-3197-41aa-b285-03383859806c" providerId="AD" clId="Web-{F23297CF-6B9F-8395-7FE5-8FAD3375083F}" dt="2026-08-13T04:26:08.639" v="142" actId="20577"/>
          <ac:spMkLst>
            <pc:docMk/>
            <pc:sldMk cId="2311482871" sldId="560"/>
            <ac:spMk id="3" creationId="{3803042B-EAD7-7DD2-9EE4-2B13E8B0C4FB}"/>
          </ac:spMkLst>
        </pc:spChg>
      </pc:sldChg>
      <pc:sldChg chg="modSp new">
        <pc:chgData name="SHIRIN MATWANKAR" userId="S::shirin.matwankar@fcrit.ac.in::2e542d0c-3197-41aa-b285-03383859806c" providerId="AD" clId="Web-{F23297CF-6B9F-8395-7FE5-8FAD3375083F}" dt="2026-08-13T04:41:19.400" v="168" actId="20577"/>
        <pc:sldMkLst>
          <pc:docMk/>
          <pc:sldMk cId="1618046016" sldId="561"/>
        </pc:sldMkLst>
        <pc:spChg chg="mod">
          <ac:chgData name="SHIRIN MATWANKAR" userId="S::shirin.matwankar@fcrit.ac.in::2e542d0c-3197-41aa-b285-03383859806c" providerId="AD" clId="Web-{F23297CF-6B9F-8395-7FE5-8FAD3375083F}" dt="2026-08-13T04:38:26.255" v="165" actId="20577"/>
          <ac:spMkLst>
            <pc:docMk/>
            <pc:sldMk cId="1618046016" sldId="561"/>
            <ac:spMk id="2" creationId="{81F73B10-1D4B-E9AE-BD8E-F434A6502DAE}"/>
          </ac:spMkLst>
        </pc:spChg>
        <pc:spChg chg="mod">
          <ac:chgData name="SHIRIN MATWANKAR" userId="S::shirin.matwankar@fcrit.ac.in::2e542d0c-3197-41aa-b285-03383859806c" providerId="AD" clId="Web-{F23297CF-6B9F-8395-7FE5-8FAD3375083F}" dt="2026-08-13T04:41:19.400" v="168" actId="20577"/>
          <ac:spMkLst>
            <pc:docMk/>
            <pc:sldMk cId="1618046016" sldId="561"/>
            <ac:spMk id="3" creationId="{A4EE6F4F-C54D-96BE-2F4B-E0880DC17DF6}"/>
          </ac:spMkLst>
        </pc:spChg>
      </pc:sldChg>
      <pc:sldChg chg="modSp new">
        <pc:chgData name="SHIRIN MATWANKAR" userId="S::shirin.matwankar@fcrit.ac.in::2e542d0c-3197-41aa-b285-03383859806c" providerId="AD" clId="Web-{F23297CF-6B9F-8395-7FE5-8FAD3375083F}" dt="2026-08-13T04:44:45.797" v="186" actId="20577"/>
        <pc:sldMkLst>
          <pc:docMk/>
          <pc:sldMk cId="1590170911" sldId="562"/>
        </pc:sldMkLst>
        <pc:spChg chg="mod">
          <ac:chgData name="SHIRIN MATWANKAR" userId="S::shirin.matwankar@fcrit.ac.in::2e542d0c-3197-41aa-b285-03383859806c" providerId="AD" clId="Web-{F23297CF-6B9F-8395-7FE5-8FAD3375083F}" dt="2026-08-13T04:41:32.307" v="173" actId="20577"/>
          <ac:spMkLst>
            <pc:docMk/>
            <pc:sldMk cId="1590170911" sldId="562"/>
            <ac:spMk id="2" creationId="{A42FEB40-1409-9B05-64C3-783BEC23B8E5}"/>
          </ac:spMkLst>
        </pc:spChg>
        <pc:spChg chg="mod">
          <ac:chgData name="SHIRIN MATWANKAR" userId="S::shirin.matwankar@fcrit.ac.in::2e542d0c-3197-41aa-b285-03383859806c" providerId="AD" clId="Web-{F23297CF-6B9F-8395-7FE5-8FAD3375083F}" dt="2026-08-13T04:44:45.797" v="186" actId="20577"/>
          <ac:spMkLst>
            <pc:docMk/>
            <pc:sldMk cId="1590170911" sldId="562"/>
            <ac:spMk id="3" creationId="{23ED99D2-AE36-630F-802C-9728642E4052}"/>
          </ac:spMkLst>
        </pc:spChg>
      </pc:sldChg>
      <pc:sldChg chg="modSp new">
        <pc:chgData name="SHIRIN MATWANKAR" userId="S::shirin.matwankar@fcrit.ac.in::2e542d0c-3197-41aa-b285-03383859806c" providerId="AD" clId="Web-{F23297CF-6B9F-8395-7FE5-8FAD3375083F}" dt="2026-08-13T04:44:38.625" v="185" actId="20577"/>
        <pc:sldMkLst>
          <pc:docMk/>
          <pc:sldMk cId="1968865090" sldId="563"/>
        </pc:sldMkLst>
        <pc:spChg chg="mod">
          <ac:chgData name="SHIRIN MATWANKAR" userId="S::shirin.matwankar@fcrit.ac.in::2e542d0c-3197-41aa-b285-03383859806c" providerId="AD" clId="Web-{F23297CF-6B9F-8395-7FE5-8FAD3375083F}" dt="2026-08-13T04:44:32.265" v="184" actId="20577"/>
          <ac:spMkLst>
            <pc:docMk/>
            <pc:sldMk cId="1968865090" sldId="563"/>
            <ac:spMk id="2" creationId="{0FD41782-9F7D-C9F0-5462-13D76E08F945}"/>
          </ac:spMkLst>
        </pc:spChg>
        <pc:spChg chg="mod">
          <ac:chgData name="SHIRIN MATWANKAR" userId="S::shirin.matwankar@fcrit.ac.in::2e542d0c-3197-41aa-b285-03383859806c" providerId="AD" clId="Web-{F23297CF-6B9F-8395-7FE5-8FAD3375083F}" dt="2026-08-13T04:44:38.625" v="185" actId="20577"/>
          <ac:spMkLst>
            <pc:docMk/>
            <pc:sldMk cId="1968865090" sldId="563"/>
            <ac:spMk id="3" creationId="{C05C0770-C6D1-1845-BD17-1F668D2D041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58D-88FC-4C44-BFE2-CCAF7BD27606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EC0B5-FF30-48C6-BDB5-FB092F63C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858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58D-88FC-4C44-BFE2-CCAF7BD27606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EC0B5-FF30-48C6-BDB5-FB092F63C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398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58D-88FC-4C44-BFE2-CCAF7BD27606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EC0B5-FF30-48C6-BDB5-FB092F63C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498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58D-88FC-4C44-BFE2-CCAF7BD27606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EC0B5-FF30-48C6-BDB5-FB092F63C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81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58D-88FC-4C44-BFE2-CCAF7BD27606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EC0B5-FF30-48C6-BDB5-FB092F63C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30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58D-88FC-4C44-BFE2-CCAF7BD27606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EC0B5-FF30-48C6-BDB5-FB092F63C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699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58D-88FC-4C44-BFE2-CCAF7BD27606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EC0B5-FF30-48C6-BDB5-FB092F63C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102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58D-88FC-4C44-BFE2-CCAF7BD27606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EC0B5-FF30-48C6-BDB5-FB092F63C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349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58D-88FC-4C44-BFE2-CCAF7BD27606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EC0B5-FF30-48C6-BDB5-FB092F63C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930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58D-88FC-4C44-BFE2-CCAF7BD27606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EC0B5-FF30-48C6-BDB5-FB092F63C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334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58D-88FC-4C44-BFE2-CCAF7BD27606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EC0B5-FF30-48C6-BDB5-FB092F63C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089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FD58D-88FC-4C44-BFE2-CCAF7BD27606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DEC0B5-FF30-48C6-BDB5-FB092F63C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97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3" Type="http://schemas.openxmlformats.org/officeDocument/2006/relationships/image" Target="../media/image39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5" Type="http://schemas.openxmlformats.org/officeDocument/2006/relationships/image" Target="../media/image50.png"/><Relationship Id="rId10" Type="http://schemas.openxmlformats.org/officeDocument/2006/relationships/image" Target="../media/image45.png"/><Relationship Id="rId4" Type="http://schemas.openxmlformats.org/officeDocument/2006/relationships/image" Target="../media/image25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1" y="548640"/>
            <a:ext cx="10228216" cy="5891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948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E9998-8B9B-29F1-EC6A-67A147F13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03A49-8541-28DE-C506-D545B3A41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Calibri"/>
                <a:cs typeface="Calibri"/>
              </a:rPr>
              <a:t>Note:</a:t>
            </a:r>
            <a:br>
              <a:rPr lang="en-US" b="1" dirty="0">
                <a:ea typeface="Calibri"/>
                <a:cs typeface="Calibri"/>
              </a:rPr>
            </a:br>
            <a:r>
              <a:rPr lang="en-US" b="1">
                <a:ea typeface="Calibri"/>
                <a:cs typeface="Calibri"/>
              </a:rPr>
              <a:t>The problems have been solved in the notebook. Please refer to it.</a:t>
            </a:r>
            <a:endParaRPr lang="en-US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54538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151" y="966444"/>
            <a:ext cx="9659698" cy="492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408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337" y="627018"/>
            <a:ext cx="10398033" cy="58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773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777" y="613955"/>
            <a:ext cx="10502537" cy="5695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964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337" y="522515"/>
            <a:ext cx="10567852" cy="603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673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835" y="587830"/>
            <a:ext cx="10620102" cy="5982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67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091" y="470263"/>
            <a:ext cx="10149840" cy="575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476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270" y="790206"/>
            <a:ext cx="10685416" cy="5649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670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08D12-8E04-C476-B716-61C2F9CB2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solidFill>
                  <a:srgbClr val="C00000"/>
                </a:solidFill>
              </a:rPr>
              <a:t>The Chain Rule</a:t>
            </a:r>
            <a:endParaRPr lang="en-IN" b="1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A0905-BD68-0EA7-E110-839E59ADB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4243"/>
            <a:ext cx="10515600" cy="4692720"/>
          </a:xfrm>
        </p:spPr>
        <p:txBody>
          <a:bodyPr/>
          <a:lstStyle/>
          <a:p>
            <a:r>
              <a:rPr lang="en-US" b="1"/>
              <a:t>Conditional probabilities </a:t>
            </a:r>
          </a:p>
          <a:p>
            <a:endParaRPr lang="en-US" b="1"/>
          </a:p>
          <a:p>
            <a:endParaRPr lang="en-US" b="1"/>
          </a:p>
          <a:p>
            <a:endParaRPr lang="en-US" b="1"/>
          </a:p>
          <a:p>
            <a:r>
              <a:rPr lang="en-US" b="1"/>
              <a:t>More variables</a:t>
            </a:r>
          </a:p>
          <a:p>
            <a:endParaRPr lang="en-US" b="1"/>
          </a:p>
          <a:p>
            <a:r>
              <a:rPr lang="en-US" b="1">
                <a:solidFill>
                  <a:schemeClr val="bg1"/>
                </a:solidFill>
              </a:rPr>
              <a:t>The Chain Rule in General:</a:t>
            </a:r>
          </a:p>
          <a:p>
            <a:r>
              <a:rPr lang="en-US" b="1"/>
              <a:t>The chain rule in general:</a:t>
            </a:r>
          </a:p>
          <a:p>
            <a:pPr marL="0" indent="0">
              <a:buNone/>
            </a:pPr>
            <a:endParaRPr lang="en-IN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D42EA6-56D5-85A6-551F-126F0757E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33" y="2047806"/>
            <a:ext cx="11330609" cy="1524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0F7082-5FB7-014F-40CE-0CEE152F4F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333" y="4135369"/>
            <a:ext cx="11330611" cy="5515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3F5615-57EE-F83E-87D2-20D212804E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275" y="5559158"/>
            <a:ext cx="11896725" cy="959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382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BDBB791-C342-7A51-2AAB-1E2060BAF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6632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b="1"/>
              <a:t>The office is about fifteen minuets from my house</a:t>
            </a:r>
            <a:br>
              <a:rPr lang="en-IN" b="1"/>
            </a:br>
            <a:endParaRPr lang="en-IN" b="1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63D5BAAA-7E72-13A8-782E-1FAF6F8A728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323120"/>
          <a:ext cx="11035748" cy="160351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035748">
                  <a:extLst>
                    <a:ext uri="{9D8B030D-6E8A-4147-A177-3AD203B41FA5}">
                      <a16:colId xmlns:a16="http://schemas.microsoft.com/office/drawing/2014/main" val="473477393"/>
                    </a:ext>
                  </a:extLst>
                </a:gridCol>
              </a:tblGrid>
              <a:tr h="801757">
                <a:tc>
                  <a:txBody>
                    <a:bodyPr/>
                    <a:lstStyle/>
                    <a:p>
                      <a:r>
                        <a:rPr lang="en-IN" sz="3200" b="1"/>
                        <a:t>Use a language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8433460"/>
                  </a:ext>
                </a:extLst>
              </a:tr>
              <a:tr h="801757">
                <a:tc>
                  <a:txBody>
                    <a:bodyPr/>
                    <a:lstStyle/>
                    <a:p>
                      <a:r>
                        <a:rPr lang="en-US" sz="3200" b="1"/>
                        <a:t>P(about fifteen minutes from) &gt; P(about fifteen minuets from)</a:t>
                      </a:r>
                      <a:endParaRPr lang="en-IN" sz="32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84496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3842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9A410-2D8B-B67D-81EF-CFC749799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>
                <a:solidFill>
                  <a:srgbClr val="C00000"/>
                </a:solidFill>
              </a:rPr>
              <a:t>Probabilities of words in sentences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2CE0C3-A4B0-0CE8-7C76-52BE16758F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1692" y="2146852"/>
            <a:ext cx="11619914" cy="3888188"/>
          </a:xfrm>
        </p:spPr>
      </p:pic>
    </p:spTree>
    <p:extLst>
      <p:ext uri="{BB962C8B-B14F-4D97-AF65-F5344CB8AC3E}">
        <p14:creationId xmlns:p14="http://schemas.microsoft.com/office/powerpoint/2010/main" val="3185551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492FD-9ED6-8B3D-A860-DC4261FB1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>
                <a:solidFill>
                  <a:srgbClr val="C00000"/>
                </a:solidFill>
              </a:rPr>
              <a:t>Estimate these probabilities values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91B149-0CFC-DCDB-FB15-9F36BA69C6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806" y="1690688"/>
            <a:ext cx="11718387" cy="2194560"/>
          </a:xfrm>
        </p:spPr>
      </p:pic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A354A1C0-03A7-2E3B-B4EE-95602E80BB1D}"/>
              </a:ext>
            </a:extLst>
          </p:cNvPr>
          <p:cNvGraphicFramePr>
            <a:graphicFrameLocks noGrp="1"/>
          </p:cNvGraphicFramePr>
          <p:nvPr/>
        </p:nvGraphicFramePr>
        <p:xfrm>
          <a:off x="470485" y="4796472"/>
          <a:ext cx="11484707" cy="128016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1484707">
                  <a:extLst>
                    <a:ext uri="{9D8B030D-6E8A-4147-A177-3AD203B41FA5}">
                      <a16:colId xmlns:a16="http://schemas.microsoft.com/office/drawing/2014/main" val="15590988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3600" b="1">
                          <a:solidFill>
                            <a:srgbClr val="002060"/>
                          </a:solidFill>
                        </a:rPr>
                        <a:t>Problem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036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3600" b="1"/>
                        <a:t>we may never see enough data for estimating these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9423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0768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7EC5B-3BFD-B912-B451-1921E6507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>
                <a:solidFill>
                  <a:srgbClr val="C00000"/>
                </a:solidFill>
              </a:rPr>
              <a:t>Markov assumption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3257907-FA8A-8FD7-E108-187F21F158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539" y="4510501"/>
            <a:ext cx="11714921" cy="1492044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85C01D-C39B-DD8D-8684-E96C0F0A3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539" y="2058420"/>
            <a:ext cx="11714922" cy="1600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696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C9A04-7329-5068-511E-E0A0BBF6D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2116"/>
            <a:ext cx="10515600" cy="668545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>
                <a:solidFill>
                  <a:srgbClr val="C00000"/>
                </a:solidFill>
              </a:rPr>
              <a:t>Markov assumption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2CDF7A-8254-3FBC-7408-BC735BE988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6835" y="1081089"/>
            <a:ext cx="11343860" cy="234791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BB32B9-845C-011B-EBA1-6A7D84A4D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836" y="3654287"/>
            <a:ext cx="11343860" cy="1219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0ECBFD-0326-609C-7222-219410B9B4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835" y="5450509"/>
            <a:ext cx="11343860" cy="109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978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1CF9D-2052-2A76-3381-CEC007DB6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>
                <a:solidFill>
                  <a:srgbClr val="C00000"/>
                </a:solidFill>
              </a:rPr>
              <a:t>N-Gram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BE45A-9FC7-AD86-DFDC-72D599EC3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354" y="1406769"/>
            <a:ext cx="11072446" cy="4770194"/>
          </a:xfrm>
        </p:spPr>
        <p:txBody>
          <a:bodyPr/>
          <a:lstStyle/>
          <a:p>
            <a:r>
              <a:rPr lang="en-IN" b="1"/>
              <a:t>An N- Gram model uses only N-1 words of prior context.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F2EAD44-4682-0F01-04AB-07679A231ED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148840"/>
          <a:ext cx="1032896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28965">
                  <a:extLst>
                    <a:ext uri="{9D8B030D-6E8A-4147-A177-3AD203B41FA5}">
                      <a16:colId xmlns:a16="http://schemas.microsoft.com/office/drawing/2014/main" val="4160007012"/>
                    </a:ext>
                  </a:extLst>
                </a:gridCol>
              </a:tblGrid>
              <a:tr h="523456">
                <a:tc>
                  <a:txBody>
                    <a:bodyPr/>
                    <a:lstStyle/>
                    <a:p>
                      <a:r>
                        <a:rPr lang="en-IN" sz="3600" b="1"/>
                        <a:t>P(office| about fifteen minutes from)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564557"/>
                  </a:ext>
                </a:extLst>
              </a:tr>
              <a:tr h="523456">
                <a:tc>
                  <a:txBody>
                    <a:bodyPr/>
                    <a:lstStyle/>
                    <a:p>
                      <a:r>
                        <a:rPr lang="en-IN" sz="3600" b="1"/>
                        <a:t>Unigram : P(office)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6848484"/>
                  </a:ext>
                </a:extLst>
              </a:tr>
              <a:tr h="523456">
                <a:tc>
                  <a:txBody>
                    <a:bodyPr/>
                    <a:lstStyle/>
                    <a:p>
                      <a:r>
                        <a:rPr lang="en-IN" sz="3600" b="1"/>
                        <a:t>Bigram : P(office| from)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8844553"/>
                  </a:ext>
                </a:extLst>
              </a:tr>
              <a:tr h="523456">
                <a:tc>
                  <a:txBody>
                    <a:bodyPr/>
                    <a:lstStyle/>
                    <a:p>
                      <a:r>
                        <a:rPr lang="en-IN" sz="3600" b="1"/>
                        <a:t>Trigram : P(office | minutes from)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698079"/>
                  </a:ext>
                </a:extLst>
              </a:tr>
            </a:tbl>
          </a:graphicData>
        </a:graphic>
      </p:graphicFrame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E077EC88-D278-6B2A-DE4B-865740505DAC}"/>
              </a:ext>
            </a:extLst>
          </p:cNvPr>
          <p:cNvGraphicFramePr>
            <a:graphicFrameLocks noGrp="1"/>
          </p:cNvGraphicFramePr>
          <p:nvPr/>
        </p:nvGraphicFramePr>
        <p:xfrm>
          <a:off x="838199" y="5379964"/>
          <a:ext cx="10328965" cy="115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28965">
                  <a:extLst>
                    <a:ext uri="{9D8B030D-6E8A-4147-A177-3AD203B41FA5}">
                      <a16:colId xmlns:a16="http://schemas.microsoft.com/office/drawing/2014/main" val="23048364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3200" b="1"/>
                        <a:t>Markov model and Language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027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3200" b="1"/>
                        <a:t>An N- gram model is an N-1 order Markov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496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5054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D1633-F211-2A06-DF11-217CBB29D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EF9FC96-E092-594E-5FE1-18FECA4B2E1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0">
                  <a:extLst>
                    <a:ext uri="{9D8B030D-6E8A-4147-A177-3AD203B41FA5}">
                      <a16:colId xmlns:a16="http://schemas.microsoft.com/office/drawing/2014/main" val="10858613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sz="32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361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/>
                        <a:t>Unigram : No history is used</a:t>
                      </a:r>
                      <a:endParaRPr lang="en-IN" sz="32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6809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b="1"/>
                        <a:t>Bi- gram : One word history</a:t>
                      </a:r>
                      <a:endParaRPr lang="en-IN" sz="32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3588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b="1"/>
                        <a:t>Tri- gran: Two word history</a:t>
                      </a:r>
                      <a:endParaRPr lang="en-IN" sz="32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766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b="1"/>
                        <a:t>Four- gram: Three word history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4144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b="1"/>
                        <a:t>Five- gram: Four word history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9302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99569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5D602-E822-E657-B7DE-B907B87E8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3826"/>
            <a:ext cx="10515600" cy="5713137"/>
          </a:xfrm>
        </p:spPr>
        <p:txBody>
          <a:bodyPr/>
          <a:lstStyle/>
          <a:p>
            <a:r>
              <a:rPr lang="en-US" b="1"/>
              <a:t>Unigram model</a:t>
            </a:r>
          </a:p>
          <a:p>
            <a:endParaRPr lang="en-US" b="1"/>
          </a:p>
          <a:p>
            <a:endParaRPr lang="en-US" b="1"/>
          </a:p>
          <a:p>
            <a:endParaRPr lang="en-US" b="1"/>
          </a:p>
          <a:p>
            <a:endParaRPr lang="en-US" b="1"/>
          </a:p>
          <a:p>
            <a:r>
              <a:rPr lang="en-US" b="1"/>
              <a:t>Bigram model</a:t>
            </a:r>
          </a:p>
          <a:p>
            <a:pPr marL="0" indent="0">
              <a:buNone/>
            </a:pPr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CDED72-D5E6-6524-FD31-FD8CF98F8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605" y="1221063"/>
            <a:ext cx="7515225" cy="16859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C31658-C6D3-6734-0CC9-A90052A68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812" y="3951013"/>
            <a:ext cx="9858375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0023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700CE-8635-DFF7-7BF7-51F16B647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>
                <a:solidFill>
                  <a:srgbClr val="C00000"/>
                </a:solidFill>
              </a:rPr>
              <a:t>N-Gram models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BE0E8-18F8-9DB3-2C99-5DDEA744A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b="1"/>
              <a:t>We can extend to trigrams, 4- grams, 5- grams</a:t>
            </a:r>
          </a:p>
          <a:p>
            <a:pPr algn="just"/>
            <a:r>
              <a:rPr lang="en-IN" b="1"/>
              <a:t>In general, an insufficient model of language:</a:t>
            </a:r>
          </a:p>
          <a:p>
            <a:pPr marL="0" indent="0" algn="just">
              <a:buNone/>
            </a:pPr>
            <a:r>
              <a:rPr lang="en-IN" b="1"/>
              <a:t>     language has long- distance dependence:</a:t>
            </a:r>
          </a:p>
          <a:p>
            <a:pPr marL="0" indent="0" algn="just">
              <a:buNone/>
            </a:pPr>
            <a:r>
              <a:rPr lang="en-IN" b="1"/>
              <a:t>“The computer which I had just put into the machine room on the fifth floor crashed.”</a:t>
            </a:r>
          </a:p>
          <a:p>
            <a:pPr algn="just"/>
            <a:r>
              <a:rPr lang="en-IN" b="1"/>
              <a:t>In most of the applications, we can get away with N- gram models.</a:t>
            </a:r>
          </a:p>
        </p:txBody>
      </p:sp>
    </p:spTree>
    <p:extLst>
      <p:ext uri="{BB962C8B-B14F-4D97-AF65-F5344CB8AC3E}">
        <p14:creationId xmlns:p14="http://schemas.microsoft.com/office/powerpoint/2010/main" val="16667827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999088-D731-4637-2536-21BFD4C9D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983" y="702694"/>
            <a:ext cx="10559091" cy="5567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3997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E3C5F-E139-FE37-0A61-AB07C75B7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solidFill>
                  <a:srgbClr val="C00000"/>
                </a:solidFill>
              </a:rPr>
              <a:t>Unigram </a:t>
            </a:r>
            <a:endParaRPr lang="en-IN" b="1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FE077-67D9-6459-A770-D62387AE8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b="1">
                <a:solidFill>
                  <a:srgbClr val="C00000"/>
                </a:solidFill>
              </a:rPr>
              <a:t>Unigram : No history is used</a:t>
            </a:r>
          </a:p>
          <a:p>
            <a:pPr marL="0" indent="0" algn="just">
              <a:buNone/>
            </a:pPr>
            <a:r>
              <a:rPr lang="en-IN" b="1"/>
              <a:t>	“about five minutes from….”</a:t>
            </a:r>
          </a:p>
          <a:p>
            <a:pPr algn="just"/>
            <a:r>
              <a:rPr lang="en-IN" b="1"/>
              <a:t>Assume in corpus dinner word is present with highest probability.</a:t>
            </a:r>
          </a:p>
          <a:p>
            <a:pPr algn="just"/>
            <a:r>
              <a:rPr lang="en-IN" b="1"/>
              <a:t>Unigram does not take into account probabilities with previous words like from, minutes.</a:t>
            </a:r>
          </a:p>
          <a:p>
            <a:pPr algn="just"/>
            <a:r>
              <a:rPr lang="en-IN" b="1"/>
              <a:t>Unigram will predict dinner.</a:t>
            </a:r>
          </a:p>
          <a:p>
            <a:pPr marL="0" indent="0" algn="just">
              <a:buNone/>
            </a:pPr>
            <a:r>
              <a:rPr lang="en-IN" b="1"/>
              <a:t>	“about five minutes from dinner”</a:t>
            </a:r>
          </a:p>
        </p:txBody>
      </p:sp>
    </p:spTree>
    <p:extLst>
      <p:ext uri="{BB962C8B-B14F-4D97-AF65-F5344CB8AC3E}">
        <p14:creationId xmlns:p14="http://schemas.microsoft.com/office/powerpoint/2010/main" val="2317034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04129-C9B8-6CD7-ACBA-F1C89F6B7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>
                <a:solidFill>
                  <a:srgbClr val="C00000"/>
                </a:solidFill>
              </a:rPr>
              <a:t>Estimating N- Grams probabilities</a:t>
            </a:r>
            <a:br>
              <a:rPr lang="en-IN" b="1">
                <a:solidFill>
                  <a:srgbClr val="C00000"/>
                </a:solidFill>
              </a:rPr>
            </a:br>
            <a:r>
              <a:rPr lang="en-IN" b="1">
                <a:solidFill>
                  <a:srgbClr val="C00000"/>
                </a:solidFill>
              </a:rPr>
              <a:t>(Bi-gram)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02A547-03B9-E75C-9255-5163D7623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91" y="1690688"/>
            <a:ext cx="11078817" cy="26936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F4D334-8B46-9612-4561-065F848DB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590" y="4940776"/>
            <a:ext cx="11078817" cy="76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581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5">
            <a:extLst>
              <a:ext uri="{FF2B5EF4-FFF2-40B4-BE49-F238E27FC236}">
                <a16:creationId xmlns:a16="http://schemas.microsoft.com/office/drawing/2014/main" id="{41269E5F-3B65-F171-04EC-617954A732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6566" y="434145"/>
            <a:ext cx="5389138" cy="6072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155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D27E3-953D-585D-C7D6-AC52D371C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4314"/>
            <a:ext cx="10515600" cy="1325563"/>
          </a:xfrm>
        </p:spPr>
        <p:txBody>
          <a:bodyPr/>
          <a:lstStyle/>
          <a:p>
            <a:r>
              <a:rPr lang="en-IN" b="1">
                <a:solidFill>
                  <a:srgbClr val="C00000"/>
                </a:solidFill>
              </a:rPr>
              <a:t>Exercise (Bi-gram)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50DC29-8C36-EF1E-2C24-269A0EC5A3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6110" y="1340192"/>
            <a:ext cx="4524375" cy="139241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F55CE9-A58B-F460-7B98-FE58A29F4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1388" y="533400"/>
            <a:ext cx="4781550" cy="19845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D98B76-FD34-9EA9-8525-D2C8280D98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820" y="2883610"/>
            <a:ext cx="4648200" cy="3524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1627AF5-6680-FAF8-97E3-F93B591A94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396" y="3334269"/>
            <a:ext cx="1714500" cy="5370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0318058-BA68-53AB-33AC-0DCF04C258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285" y="3972379"/>
            <a:ext cx="2324100" cy="63397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443B412-C263-66D4-4648-E90C2DD13F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285" y="4660717"/>
            <a:ext cx="2324100" cy="63397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B689538-EEF2-ED59-F097-6B43C89E520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8285" y="5403986"/>
            <a:ext cx="2381250" cy="5511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5A46934-2CAD-9223-D11F-65D24CB9DAC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8285" y="6113311"/>
            <a:ext cx="2495550" cy="5403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CC731C7-931D-5BA1-8635-DE25C123736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11896" y="3345741"/>
            <a:ext cx="923925" cy="53714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4DFF553-84E7-BD6D-B311-3E0CD73E016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67659" y="4662271"/>
            <a:ext cx="828675" cy="63242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915B3AF-ED4C-CE95-E7BB-B5441D51BA6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69535" y="5403986"/>
            <a:ext cx="676275" cy="54037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7F1B459-4A67-47AB-F444-E57670BF87F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84042" y="6113310"/>
            <a:ext cx="523875" cy="54037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76E2F6F-3D7B-D211-E05E-D4B181D867E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08865" y="3993607"/>
            <a:ext cx="276225" cy="6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333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B494B-BAF8-0311-D352-8D4A4B8EC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CA62B30-4D6E-7C4F-0D96-4C2E4D48F5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5239" y="3275116"/>
            <a:ext cx="2333625" cy="657225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CB3E32-4584-38A6-4FA2-C5D4E23F2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9728" y="581025"/>
            <a:ext cx="7610475" cy="2219325"/>
          </a:xfrm>
          <a:prstGeom prst="rect">
            <a:avLst/>
          </a:prstGeo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2E53466D-3128-DA85-FD23-7F7F2AB196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01797" y="681037"/>
            <a:ext cx="4377931" cy="1392413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6A10221-8AE3-AB85-FAD8-A3ACA12104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987" y="4392682"/>
            <a:ext cx="2990850" cy="5905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CC5CF91-FF9F-9C81-3367-499DB1A673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987" y="5183703"/>
            <a:ext cx="2990850" cy="5715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576BA4F-6266-F4F7-5DFC-8312895DDB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239" y="6018622"/>
            <a:ext cx="2990850" cy="5524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CF6FBC8-83F0-F730-D797-6A915ADD852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5198" y="3275116"/>
            <a:ext cx="1943100" cy="5619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B81C0B9-4616-60D3-D7D1-69604FEDC8F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4248" y="4392682"/>
            <a:ext cx="1924050" cy="67627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DC30B64-0047-58A1-FEB0-030284C556C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08864" y="3291353"/>
            <a:ext cx="1428750" cy="61912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86A92CD-6534-AE57-00B5-45491897FB1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52837" y="4364107"/>
            <a:ext cx="1466850" cy="61912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45A6907-2B83-1056-511E-9E8278B34E3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66089" y="5155128"/>
            <a:ext cx="1209675" cy="62865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70D474C-6757-4409-A32F-A430FA63A3A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66089" y="6005512"/>
            <a:ext cx="1247775" cy="54292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71B1604-9FBA-3830-527E-207AD6728F0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78298" y="3275116"/>
            <a:ext cx="1333500" cy="59055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2075481-7DDB-4F55-4EF7-6868B22BD12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78298" y="4397444"/>
            <a:ext cx="1314450" cy="671513"/>
          </a:xfrm>
          <a:prstGeom prst="rect">
            <a:avLst/>
          </a:prstGeom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285B8AAB-DEA6-E673-AC18-51C70DB57688}"/>
              </a:ext>
            </a:extLst>
          </p:cNvPr>
          <p:cNvSpPr txBox="1">
            <a:spLocks/>
          </p:cNvSpPr>
          <p:nvPr/>
        </p:nvSpPr>
        <p:spPr>
          <a:xfrm>
            <a:off x="659921" y="57449"/>
            <a:ext cx="10515600" cy="1325563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>
                <a:solidFill>
                  <a:srgbClr val="C00000"/>
                </a:solidFill>
              </a:rPr>
              <a:t>Exercise</a:t>
            </a:r>
            <a:endParaRPr lang="en-IN" b="1">
              <a:solidFill>
                <a:srgbClr val="C00000"/>
              </a:solidFill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739268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696" y="556591"/>
            <a:ext cx="9780104" cy="592372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55E174F-647A-B7EA-4601-C46892FC044A}"/>
              </a:ext>
            </a:extLst>
          </p:cNvPr>
          <p:cNvSpPr txBox="1"/>
          <p:nvPr/>
        </p:nvSpPr>
        <p:spPr>
          <a:xfrm>
            <a:off x="244415" y="7189"/>
            <a:ext cx="6096000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4400" b="1" i="0" u="none" strike="noStrike" baseline="0">
                <a:solidFill>
                  <a:srgbClr val="C00000"/>
                </a:solidFill>
                <a:latin typeface="Calibri Light"/>
              </a:rPr>
              <a:t>Exercise</a:t>
            </a:r>
            <a:r>
              <a:rPr sz="4400" b="0" i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​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2077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374" y="848139"/>
            <a:ext cx="10813773" cy="5777947"/>
          </a:xfrm>
          <a:prstGeom prst="rect">
            <a:avLst/>
          </a:prstGeom>
        </p:spPr>
      </p:pic>
      <p:sp>
        <p:nvSpPr>
          <p:cNvPr id="5" name="Title 2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/>
              <a:t>Exercise</a:t>
            </a:r>
          </a:p>
        </p:txBody>
      </p:sp>
    </p:spTree>
    <p:extLst>
      <p:ext uri="{BB962C8B-B14F-4D97-AF65-F5344CB8AC3E}">
        <p14:creationId xmlns:p14="http://schemas.microsoft.com/office/powerpoint/2010/main" val="27938736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079" y="596348"/>
            <a:ext cx="10906538" cy="5830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2293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695" y="1595666"/>
            <a:ext cx="10628243" cy="4619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5032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374" y="530088"/>
            <a:ext cx="10853530" cy="571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4187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922" y="848140"/>
            <a:ext cx="10323443" cy="5380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732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E8E49-704E-0634-D398-672986828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846"/>
            <a:ext cx="10515600" cy="7794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C00000"/>
                </a:solidFill>
              </a:rPr>
              <a:t>Example: Tri- gram</a:t>
            </a:r>
            <a:endParaRPr lang="en-IN" b="1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48A43-4396-AA6F-C618-47526DE6B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811272-4576-56ED-2C67-06FCCC0C1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44" y="1523365"/>
            <a:ext cx="11290852" cy="5334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8487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25F14-F35D-8C05-2594-0AE504AD2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8266"/>
            <a:ext cx="10515600" cy="522771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C00000"/>
                </a:solidFill>
              </a:rPr>
              <a:t>Example : Four- gram</a:t>
            </a:r>
            <a:endParaRPr lang="en-IN" b="1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FF9B7-1200-A3BC-5E43-680D2FA85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1F2F4E-9867-BEB9-F288-FE49FC572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7470"/>
            <a:ext cx="11966713" cy="34778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B84E35-380F-C50D-C8DD-4F995535F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287" y="4194659"/>
            <a:ext cx="11741426" cy="250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0516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418F8-08DE-B17D-2AE8-6D9B0BE40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300" b="1">
                <a:solidFill>
                  <a:srgbClr val="C00000"/>
                </a:solidFill>
                <a:ea typeface="+mj-lt"/>
                <a:cs typeface="+mj-lt"/>
              </a:rPr>
              <a:t>Issue 1</a:t>
            </a:r>
            <a:br>
              <a:rPr lang="en-US" sz="4300" b="1">
                <a:solidFill>
                  <a:srgbClr val="C00000"/>
                </a:solidFill>
                <a:ea typeface="+mj-lt"/>
                <a:cs typeface="+mj-lt"/>
              </a:rPr>
            </a:br>
            <a:r>
              <a:rPr lang="en-US" b="1">
                <a:solidFill>
                  <a:srgbClr val="C00000"/>
                </a:solidFill>
                <a:ea typeface="+mj-lt"/>
                <a:cs typeface="+mj-lt"/>
              </a:rPr>
              <a:t>Open vs. Closed Vocabulary</a:t>
            </a:r>
            <a:endParaRPr lang="en-US" b="1">
              <a:solidFill>
                <a:srgbClr val="C00000"/>
              </a:solidFill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46A72-91C3-4B27-68FC-15E04C6D9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n-US" b="1">
                <a:solidFill>
                  <a:srgbClr val="002060"/>
                </a:solidFill>
              </a:rPr>
              <a:t>Closed Vocabulary Task</a:t>
            </a:r>
            <a:endParaRPr lang="en-US" b="1">
              <a:solidFill>
                <a:srgbClr val="002060"/>
              </a:solidFill>
              <a:ea typeface="Calibri" panose="020F0502020204030204"/>
              <a:cs typeface="Calibri" panose="020F0502020204030204"/>
            </a:endParaRPr>
          </a:p>
          <a:p>
            <a:pPr algn="just"/>
            <a:r>
              <a:rPr lang="en-US">
                <a:ea typeface="+mn-lt"/>
                <a:cs typeface="+mn-lt"/>
              </a:rPr>
              <a:t>You </a:t>
            </a:r>
            <a:r>
              <a:rPr lang="en-US" b="1">
                <a:ea typeface="+mn-lt"/>
                <a:cs typeface="+mn-lt"/>
              </a:rPr>
              <a:t>know all the words in advance</a:t>
            </a:r>
            <a:r>
              <a:rPr lang="en-US">
                <a:ea typeface="+mn-lt"/>
                <a:cs typeface="+mn-lt"/>
              </a:rPr>
              <a:t>. The vocabulary V is fixed and complete — it's a sealed list, and nothing outside it can ever appear.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algn="just"/>
            <a:r>
              <a:rPr lang="en-US">
                <a:ea typeface="+mn-lt"/>
                <a:cs typeface="+mn-lt"/>
              </a:rPr>
              <a:t>Because the word list is locked down, </a:t>
            </a:r>
            <a:r>
              <a:rPr lang="en-US" b="1">
                <a:ea typeface="+mn-lt"/>
                <a:cs typeface="+mn-lt"/>
              </a:rPr>
              <a:t>unknown words cannot occur by definition.</a:t>
            </a:r>
            <a:r>
              <a:rPr lang="en-US">
                <a:ea typeface="+mn-lt"/>
                <a:cs typeface="+mn-lt"/>
              </a:rPr>
              <a:t> Every word the model meets at test time is guaranteed to already be in V.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algn="just"/>
            <a:r>
              <a:rPr lang="en-US" i="1">
                <a:ea typeface="+mn-lt"/>
                <a:cs typeface="+mn-lt"/>
              </a:rPr>
              <a:t>Example:</a:t>
            </a:r>
            <a:r>
              <a:rPr lang="en-US">
                <a:ea typeface="+mn-lt"/>
                <a:cs typeface="+mn-lt"/>
              </a:rPr>
              <a:t> a voice assistant that only understands a fixed command set — "play", "pause", "stop", "next". You defined the entire vocabulary yourself, so no surprise word can show up.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algn="just"/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1216164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AB563-7674-D305-01C5-4518CB40A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54B93-90D0-1DB0-848D-2946716FD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n-US" b="1">
                <a:solidFill>
                  <a:srgbClr val="002060"/>
                </a:solidFill>
              </a:rPr>
              <a:t>Open Vocabulary Task</a:t>
            </a:r>
            <a:endParaRPr lang="en-US" b="1">
              <a:solidFill>
                <a:srgbClr val="002060"/>
              </a:solidFill>
              <a:ea typeface="Calibri" panose="020F0502020204030204"/>
              <a:cs typeface="Calibri" panose="020F0502020204030204"/>
            </a:endParaRPr>
          </a:p>
          <a:p>
            <a:pPr algn="just"/>
            <a:r>
              <a:rPr lang="en-US">
                <a:ea typeface="+mn-lt"/>
                <a:cs typeface="+mn-lt"/>
              </a:rPr>
              <a:t>You </a:t>
            </a:r>
            <a:r>
              <a:rPr lang="en-US" b="1">
                <a:ea typeface="+mn-lt"/>
                <a:cs typeface="+mn-lt"/>
              </a:rPr>
              <a:t>do not know all the words in advance</a:t>
            </a:r>
            <a:r>
              <a:rPr lang="en-US">
                <a:ea typeface="+mn-lt"/>
                <a:cs typeface="+mn-lt"/>
              </a:rPr>
              <a:t>. New, unexpected words will show up at test time. These are called </a:t>
            </a:r>
            <a:r>
              <a:rPr lang="en-US" b="1">
                <a:ea typeface="+mn-lt"/>
                <a:cs typeface="+mn-lt"/>
              </a:rPr>
              <a:t>Out-Of-Vocabulary (OOV)</a:t>
            </a:r>
            <a:r>
              <a:rPr lang="en-US">
                <a:ea typeface="+mn-lt"/>
                <a:cs typeface="+mn-lt"/>
              </a:rPr>
              <a:t> words.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algn="just"/>
            <a:r>
              <a:rPr lang="en-US">
                <a:ea typeface="+mn-lt"/>
                <a:cs typeface="+mn-lt"/>
              </a:rPr>
              <a:t>This is the realistic setting for natural language, because language is unbounded — people use rare names, invent slang, borrow foreign words, make typos. You simply can't list every possible word beforehand.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algn="just"/>
            <a:r>
              <a:rPr lang="en-US" i="1">
                <a:ea typeface="+mn-lt"/>
                <a:cs typeface="+mn-lt"/>
              </a:rPr>
              <a:t>Example:</a:t>
            </a:r>
            <a:r>
              <a:rPr lang="en-US">
                <a:ea typeface="+mn-lt"/>
                <a:cs typeface="+mn-lt"/>
              </a:rPr>
              <a:t> a system processing tweets or web text — you'll constantly hit words that never appeared in your training data.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algn="just"/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9805193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646BA-16C0-6F24-AABF-48D51C9AB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300" b="1">
                <a:solidFill>
                  <a:srgbClr val="C00000"/>
                </a:solidFill>
                <a:ea typeface="Calibri Light"/>
                <a:cs typeface="Calibri Light"/>
              </a:rPr>
              <a:t>Issue 2</a:t>
            </a:r>
            <a:br>
              <a:rPr lang="en-US" sz="4300" b="1">
                <a:solidFill>
                  <a:srgbClr val="C00000"/>
                </a:solidFill>
                <a:ea typeface="Calibri Light"/>
                <a:cs typeface="Calibri Light"/>
              </a:rPr>
            </a:br>
            <a:r>
              <a:rPr lang="en-US" b="1">
                <a:solidFill>
                  <a:srgbClr val="C00000"/>
                </a:solidFill>
                <a:ea typeface="Calibri Light"/>
                <a:cs typeface="Calibri Light"/>
              </a:rPr>
              <a:t>Unknown words</a:t>
            </a:r>
            <a:endParaRPr lang="en-US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E6777-1BFF-4476-5CFF-ED74BB627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/>
              <a:t>The Problem</a:t>
            </a:r>
            <a:endParaRPr lang="en-US" b="1">
              <a:ea typeface="Calibri" panose="020F0502020204030204"/>
              <a:cs typeface="Calibri" panose="020F0502020204030204"/>
            </a:endParaRPr>
          </a:p>
          <a:p>
            <a:r>
              <a:rPr lang="en-US">
                <a:ea typeface="+mn-lt"/>
                <a:cs typeface="+mn-lt"/>
              </a:rPr>
              <a:t>When building an n-gram language model, you need a vocabulary V. But you often encounter words at test time that were never seen during training. This creates two scenarios: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Closed vocabulary task</a:t>
            </a:r>
            <a:r>
              <a:rPr lang="en-US">
                <a:ea typeface="+mn-lt"/>
                <a:cs typeface="+mn-lt"/>
              </a:rPr>
              <a:t> — You know all possible words in advance, so V is fixed. Nothing unexpected can appear. This is rare in practice.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Open vocabulary task</a:t>
            </a:r>
            <a:r>
              <a:rPr lang="en-US">
                <a:ea typeface="+mn-lt"/>
                <a:cs typeface="+mn-lt"/>
              </a:rPr>
              <a:t> — You </a:t>
            </a:r>
            <a:r>
              <a:rPr lang="en-US" i="1">
                <a:ea typeface="+mn-lt"/>
                <a:cs typeface="+mn-lt"/>
              </a:rPr>
              <a:t>don't</a:t>
            </a:r>
            <a:r>
              <a:rPr lang="en-US">
                <a:ea typeface="+mn-lt"/>
                <a:cs typeface="+mn-lt"/>
              </a:rPr>
              <a:t> know all words in advance. New words show up that aren't in your vocabulary. These are called </a:t>
            </a:r>
            <a:r>
              <a:rPr lang="en-US" b="1">
                <a:ea typeface="+mn-lt"/>
                <a:cs typeface="+mn-lt"/>
              </a:rPr>
              <a:t>Out-Of-Vocabulary (OOV) words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91446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68B59-AE79-1B0D-51F5-B086F5922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597"/>
            <a:ext cx="10515600" cy="66420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>
                <a:solidFill>
                  <a:srgbClr val="C00000"/>
                </a:solidFill>
                <a:ea typeface="+mj-lt"/>
                <a:cs typeface="+mj-lt"/>
              </a:rPr>
              <a:t>The Solution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937B3-3F4F-00A1-0C22-B4F1D53E0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3625"/>
            <a:ext cx="10515600" cy="511333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b="1">
                <a:solidFill>
                  <a:srgbClr val="002060"/>
                </a:solidFill>
                <a:latin typeface="Consolas"/>
              </a:rPr>
              <a:t>&lt;UNK&gt;</a:t>
            </a:r>
            <a:r>
              <a:rPr lang="en-US" b="1">
                <a:solidFill>
                  <a:srgbClr val="002060"/>
                </a:solidFill>
                <a:ea typeface="+mn-lt"/>
                <a:cs typeface="+mn-lt"/>
              </a:rPr>
              <a:t> token</a:t>
            </a:r>
            <a:endParaRPr lang="en-US" b="1">
              <a:solidFill>
                <a:srgbClr val="002060"/>
              </a:solidFill>
              <a:ea typeface="Calibri"/>
              <a:cs typeface="Calibri"/>
            </a:endParaRPr>
          </a:p>
          <a:p>
            <a:pPr algn="just"/>
            <a:r>
              <a:rPr lang="en-US">
                <a:ea typeface="+mn-lt"/>
                <a:cs typeface="+mn-lt"/>
              </a:rPr>
              <a:t>Instead of crashing or assigning zero probability to unseen words, you create a special token </a:t>
            </a:r>
            <a:r>
              <a:rPr lang="en-US">
                <a:latin typeface="Consolas"/>
                <a:ea typeface="Calibri"/>
                <a:cs typeface="Calibri"/>
              </a:rPr>
              <a:t>&lt;UNK&gt;</a:t>
            </a:r>
            <a:r>
              <a:rPr lang="en-US">
                <a:ea typeface="+mn-lt"/>
                <a:cs typeface="+mn-lt"/>
              </a:rPr>
              <a:t> (unknown) that stands in for any word not in your vocabulary.</a:t>
            </a:r>
            <a:endParaRPr lang="en-US">
              <a:ea typeface="Calibri"/>
              <a:cs typeface="Calibri"/>
            </a:endParaRPr>
          </a:p>
          <a:p>
            <a:pPr marL="0" indent="0" algn="just">
              <a:buNone/>
            </a:pPr>
            <a:r>
              <a:rPr lang="en-US" b="1">
                <a:ea typeface="+mn-lt"/>
                <a:cs typeface="+mn-lt"/>
              </a:rPr>
              <a:t>Training </a:t>
            </a:r>
            <a:r>
              <a:rPr lang="en-US" b="1">
                <a:latin typeface="Consolas"/>
                <a:ea typeface="Calibri"/>
                <a:cs typeface="Calibri"/>
              </a:rPr>
              <a:t>&lt;UNK&gt;</a:t>
            </a:r>
            <a:r>
              <a:rPr lang="en-US" b="1">
                <a:ea typeface="+mn-lt"/>
                <a:cs typeface="+mn-lt"/>
              </a:rPr>
              <a:t> probabilities: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algn="just"/>
            <a:r>
              <a:rPr lang="en-US">
                <a:ea typeface="+mn-lt"/>
                <a:cs typeface="+mn-lt"/>
              </a:rPr>
              <a:t>Fix a lexicon L of size V (decide which words are "known").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algn="just"/>
            <a:r>
              <a:rPr lang="en-US">
                <a:ea typeface="+mn-lt"/>
                <a:cs typeface="+mn-lt"/>
              </a:rPr>
              <a:t>During text normalization, replace any training word </a:t>
            </a:r>
            <a:r>
              <a:rPr lang="en-US" i="1">
                <a:ea typeface="+mn-lt"/>
                <a:cs typeface="+mn-lt"/>
              </a:rPr>
              <a:t>not</a:t>
            </a:r>
            <a:r>
              <a:rPr lang="en-US">
                <a:ea typeface="+mn-lt"/>
                <a:cs typeface="+mn-lt"/>
              </a:rPr>
              <a:t> in L with </a:t>
            </a:r>
            <a:r>
              <a:rPr lang="en-US">
                <a:latin typeface="Consolas"/>
                <a:ea typeface="Calibri"/>
                <a:cs typeface="Calibri"/>
              </a:rPr>
              <a:t>&lt;UNK&gt;</a:t>
            </a:r>
            <a:r>
              <a:rPr lang="en-US">
                <a:ea typeface="+mn-lt"/>
                <a:cs typeface="+mn-lt"/>
              </a:rPr>
              <a:t>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algn="just"/>
            <a:r>
              <a:rPr lang="en-US">
                <a:ea typeface="+mn-lt"/>
                <a:cs typeface="+mn-lt"/>
              </a:rPr>
              <a:t>Then train probabilities for </a:t>
            </a:r>
            <a:r>
              <a:rPr lang="en-US">
                <a:latin typeface="Consolas"/>
                <a:ea typeface="Calibri"/>
                <a:cs typeface="Calibri"/>
              </a:rPr>
              <a:t>&lt;UNK&gt;</a:t>
            </a:r>
            <a:r>
              <a:rPr lang="en-US">
                <a:ea typeface="+mn-lt"/>
                <a:cs typeface="+mn-lt"/>
              </a:rPr>
              <a:t> exactly like any normal word — it accumulates counts from all the rare/replaced words.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0" indent="0" algn="just">
              <a:buNone/>
            </a:pPr>
            <a:r>
              <a:rPr lang="en-US" b="1">
                <a:ea typeface="+mn-lt"/>
                <a:cs typeface="+mn-lt"/>
              </a:rPr>
              <a:t>At decoding (test) time: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algn="just"/>
            <a:r>
              <a:rPr lang="en-US">
                <a:ea typeface="+mn-lt"/>
                <a:cs typeface="+mn-lt"/>
              </a:rPr>
              <a:t>Any input word not seen in training is treated as </a:t>
            </a:r>
            <a:r>
              <a:rPr lang="en-US">
                <a:latin typeface="Consolas"/>
                <a:ea typeface="Calibri"/>
                <a:cs typeface="Calibri"/>
              </a:rPr>
              <a:t>&lt;UNK&gt;</a:t>
            </a:r>
            <a:r>
              <a:rPr lang="en-US">
                <a:ea typeface="+mn-lt"/>
                <a:cs typeface="+mn-lt"/>
              </a:rPr>
              <a:t>, and you use the </a:t>
            </a:r>
            <a:r>
              <a:rPr lang="en-US">
                <a:latin typeface="Consolas"/>
                <a:ea typeface="Calibri"/>
                <a:cs typeface="Calibri"/>
              </a:rPr>
              <a:t>&lt;UNK&gt;</a:t>
            </a:r>
            <a:r>
              <a:rPr lang="en-US">
                <a:ea typeface="+mn-lt"/>
                <a:cs typeface="+mn-lt"/>
              </a:rPr>
              <a:t> probabilities you learned.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algn="just"/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942070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F067B-B314-5D40-9024-1D9D75361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228600" indent="-228600" algn="ctr">
              <a:spcBef>
                <a:spcPts val="1000"/>
              </a:spcBef>
            </a:pPr>
            <a:r>
              <a:rPr lang="en-US" sz="3600" b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Why it matters</a:t>
            </a:r>
            <a:endParaRPr lang="en-US" sz="3600" b="1">
              <a:solidFill>
                <a:srgbClr val="C00000"/>
              </a:solidFill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A03A7-723D-8936-7979-34932C688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>
                <a:ea typeface="+mn-lt"/>
                <a:cs typeface="+mn-lt"/>
              </a:rPr>
              <a:t>Without </a:t>
            </a:r>
            <a:r>
              <a:rPr lang="en-US">
                <a:latin typeface="Consolas"/>
              </a:rPr>
              <a:t>&lt;UNK&gt;</a:t>
            </a:r>
            <a:r>
              <a:rPr lang="en-US">
                <a:ea typeface="+mn-lt"/>
                <a:cs typeface="+mn-lt"/>
              </a:rPr>
              <a:t>, an unseen word would get probability 0, making the entire sentence probability 0. The </a:t>
            </a:r>
            <a:r>
              <a:rPr lang="en-US">
                <a:latin typeface="Consolas"/>
              </a:rPr>
              <a:t>&lt;UNK&gt;</a:t>
            </a:r>
            <a:r>
              <a:rPr lang="en-US">
                <a:ea typeface="+mn-lt"/>
                <a:cs typeface="+mn-lt"/>
              </a:rPr>
              <a:t> token gives the model a principled way to assign nonzero probability to novel words.</a:t>
            </a:r>
            <a:endParaRPr lang="en-US">
              <a:ea typeface="Calibri"/>
              <a:cs typeface="Calibri"/>
            </a:endParaRPr>
          </a:p>
          <a:p>
            <a:pPr algn="just"/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607787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F2B8E4-3BAF-9471-C7AE-644D86208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828" y="1038674"/>
            <a:ext cx="10942607" cy="544201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12C9445-77AC-7D1C-FE3C-67F9EF957E80}"/>
              </a:ext>
            </a:extLst>
          </p:cNvPr>
          <p:cNvSpPr txBox="1">
            <a:spLocks/>
          </p:cNvSpPr>
          <p:nvPr/>
        </p:nvSpPr>
        <p:spPr>
          <a:xfrm>
            <a:off x="838200" y="149465"/>
            <a:ext cx="10515600" cy="1325563"/>
          </a:xfrm>
          <a:prstGeom prst="rect">
            <a:avLst/>
          </a:prstGeom>
        </p:spPr>
        <p:txBody>
          <a:bodyPr lIns="91440" tIns="45720" rIns="91440" bIns="45720" anchor="t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>
                <a:solidFill>
                  <a:srgbClr val="C00000"/>
                </a:solidFill>
              </a:rPr>
              <a:t>Issue 3</a:t>
            </a:r>
          </a:p>
          <a:p>
            <a:pPr algn="ctr"/>
            <a:r>
              <a:rPr lang="en-US" b="1">
                <a:solidFill>
                  <a:srgbClr val="C00000"/>
                </a:solidFill>
              </a:rPr>
              <a:t>Zero probability</a:t>
            </a:r>
            <a:br>
              <a:rPr lang="en-US" b="1">
                <a:solidFill>
                  <a:srgbClr val="C00000"/>
                </a:solidFill>
              </a:rPr>
            </a:br>
            <a:endParaRPr lang="en-US" b="1">
              <a:solidFill>
                <a:srgbClr val="C00000"/>
              </a:solidFill>
              <a:ea typeface="Calibri Light" panose="020F0302020204030204"/>
              <a:cs typeface="Calibri Light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4853448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5B0DC5E-F2DD-41B9-2701-8EFB6DC72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925" y="1703808"/>
            <a:ext cx="10765586" cy="55494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C9AA41B-95BA-54C0-BD0C-CB62D8C873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88" y="422605"/>
            <a:ext cx="11858625" cy="256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4540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B3D6AE-94A2-12D7-9321-B7DC1A6A6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8" y="1338263"/>
            <a:ext cx="11477625" cy="418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5365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2892653-5C6C-E8EF-33CD-0E0F922BD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422" y="804863"/>
            <a:ext cx="10084817" cy="524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9849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DFFF0A0-61D1-8F92-82FC-CDDAC43BC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471" y="474992"/>
            <a:ext cx="10751927" cy="5908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7851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89D2797-9A5E-7E75-97C0-4BA5E92EF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39" y="498715"/>
            <a:ext cx="10473006" cy="5932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0585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4145F8C-8439-D69E-128A-6D61C2D1E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592" y="0"/>
            <a:ext cx="115828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6368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83C1DE2-F81A-3DA2-0EE5-279010C14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486" y="417933"/>
            <a:ext cx="10535368" cy="583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2195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E4032BD-7ECC-2E48-13A5-CD9FE13F1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698" y="488831"/>
            <a:ext cx="10046718" cy="585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86810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B8BD9-AB10-14D3-7B5B-4281A1193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C00000"/>
                </a:solidFill>
                <a:ea typeface="Calibri Light"/>
                <a:cs typeface="Calibri Light"/>
              </a:rPr>
              <a:t>Exercise: </a:t>
            </a:r>
            <a:r>
              <a:rPr lang="en-US" b="1">
                <a:solidFill>
                  <a:srgbClr val="C00000"/>
                </a:solidFill>
                <a:ea typeface="+mj-lt"/>
                <a:cs typeface="+mj-lt"/>
              </a:rPr>
              <a:t>Naive Bayes Spam Filter</a:t>
            </a:r>
            <a:r>
              <a:rPr lang="en-US" b="1">
                <a:solidFill>
                  <a:srgbClr val="C00000"/>
                </a:solidFill>
                <a:ea typeface="Calibri Light"/>
                <a:cs typeface="Calibri Light"/>
              </a:rPr>
              <a:t>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75CEB-343F-6E0A-825C-DE2B1FA26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93412" cy="4667639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algn="just">
              <a:buNone/>
            </a:pPr>
            <a:r>
              <a:rPr lang="en-US" sz="2400" b="1">
                <a:ea typeface="+mn-lt"/>
                <a:cs typeface="+mn-lt"/>
              </a:rPr>
              <a:t>Problem.</a:t>
            </a:r>
            <a:r>
              <a:rPr lang="en-US" sz="2400">
                <a:ea typeface="+mn-lt"/>
                <a:cs typeface="+mn-lt"/>
              </a:rPr>
              <a:t> A Naive Bayes classifier labels an email as SPAM or HAM (legitimate) by multiplying the class-conditional probabilities of its words. We show how an unseen word forces a zero probability, and how Add-1 smoothing resolves it.</a:t>
            </a:r>
            <a:endParaRPr lang="en-US" sz="1800">
              <a:ea typeface="+mn-lt"/>
              <a:cs typeface="+mn-lt"/>
            </a:endParaRPr>
          </a:p>
          <a:p>
            <a:pPr algn="just">
              <a:buNone/>
            </a:pPr>
            <a:r>
              <a:rPr lang="en-US" sz="2400" b="1">
                <a:ea typeface="+mn-lt"/>
                <a:cs typeface="+mn-lt"/>
              </a:rPr>
              <a:t>Vocabulary size (V): 08</a:t>
            </a:r>
          </a:p>
          <a:p>
            <a:pPr algn="just">
              <a:buNone/>
            </a:pPr>
            <a:r>
              <a:rPr lang="en-US" sz="2400" b="1">
                <a:ea typeface="+mn-lt"/>
                <a:cs typeface="+mn-lt"/>
              </a:rPr>
              <a:t>Test email. </a:t>
            </a:r>
            <a:r>
              <a:rPr lang="en-US" sz="2400" b="1" i="1">
                <a:ea typeface="+mn-lt"/>
                <a:cs typeface="+mn-lt"/>
              </a:rPr>
              <a:t>"win free money meeting"</a:t>
            </a:r>
            <a:endParaRPr lang="en-US" b="1">
              <a:ea typeface="Calibri"/>
              <a:cs typeface="Calibri"/>
            </a:endParaRPr>
          </a:p>
          <a:p>
            <a:pPr marL="0" indent="0" algn="just">
              <a:buNone/>
            </a:pPr>
            <a:endParaRPr lang="en-US" sz="2400" b="1">
              <a:ea typeface="Calibri"/>
              <a:cs typeface="Calibri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74809F0-CCFF-2DD3-0E7D-5D4FEC2425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064815"/>
              </p:ext>
            </p:extLst>
          </p:nvPr>
        </p:nvGraphicFramePr>
        <p:xfrm>
          <a:off x="7159924" y="2789207"/>
          <a:ext cx="3505198" cy="37083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599">
                  <a:extLst>
                    <a:ext uri="{9D8B030D-6E8A-4147-A177-3AD203B41FA5}">
                      <a16:colId xmlns:a16="http://schemas.microsoft.com/office/drawing/2014/main" val="1196242060"/>
                    </a:ext>
                  </a:extLst>
                </a:gridCol>
                <a:gridCol w="1752599">
                  <a:extLst>
                    <a:ext uri="{9D8B030D-6E8A-4147-A177-3AD203B41FA5}">
                      <a16:colId xmlns:a16="http://schemas.microsoft.com/office/drawing/2014/main" val="33477967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Count in SPAM</a:t>
                      </a:r>
                      <a:endParaRPr lang="en-US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3726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Free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3322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Money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2547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Win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0143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Click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666454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/>
                        <a:t>Prize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7979624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/>
                        <a:t>Meeting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2895323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/>
                        <a:t>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9088013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/>
                        <a:t>Lunch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733596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>
                          <a:solidFill>
                            <a:srgbClr val="C00000"/>
                          </a:solidFill>
                        </a:rPr>
                        <a:t>Total 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71631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679B9E8-3AB9-A9D5-E2D6-9D3CC40BA681}"/>
              </a:ext>
            </a:extLst>
          </p:cNvPr>
          <p:cNvSpPr txBox="1"/>
          <p:nvPr/>
        </p:nvSpPr>
        <p:spPr>
          <a:xfrm>
            <a:off x="6914646" y="1381951"/>
            <a:ext cx="5086709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>
                <a:ea typeface="+mn-lt"/>
                <a:cs typeface="+mn-lt"/>
              </a:rPr>
              <a:t>Training statistics (SPAM class).</a:t>
            </a:r>
            <a:r>
              <a:rPr lang="en-US" sz="2400">
                <a:ea typeface="+mn-lt"/>
                <a:cs typeface="+mn-lt"/>
              </a:rPr>
              <a:t> From the SPAM training emails, the observed word counts are:</a:t>
            </a:r>
          </a:p>
          <a:p>
            <a:endParaRPr lang="en-US" b="1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7701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1CEDB-9A92-4489-813B-5B47E65D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677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>
                <a:solidFill>
                  <a:srgbClr val="C00000"/>
                </a:solidFill>
                <a:ea typeface="Calibri Light"/>
                <a:cs typeface="Calibri Light"/>
              </a:rPr>
              <a:t>Exercise: </a:t>
            </a:r>
            <a:r>
              <a:rPr lang="en-US" b="1">
                <a:solidFill>
                  <a:srgbClr val="C00000"/>
                </a:solidFill>
                <a:ea typeface="+mj-lt"/>
                <a:cs typeface="+mj-lt"/>
              </a:rPr>
              <a:t>Sentiment Analysis of Product Reviews</a:t>
            </a:r>
            <a:endParaRPr lang="en-US" b="1">
              <a:ea typeface="Calibri Light"/>
              <a:cs typeface="Calibri Light"/>
            </a:endParaRPr>
          </a:p>
          <a:p>
            <a:pPr algn="ctr"/>
            <a:endParaRPr lang="en-US" b="1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BC269-62F2-7D93-3703-1A289A022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+mn-lt"/>
                <a:cs typeface="+mn-lt"/>
              </a:rPr>
              <a:t>Task:</a:t>
            </a:r>
            <a:r>
              <a:rPr lang="en-US">
                <a:ea typeface="+mn-lt"/>
                <a:cs typeface="+mn-lt"/>
              </a:rPr>
              <a:t> Classify a review as POSITIVE or NEGATIVE using Naive Bayes.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 b="1">
                <a:ea typeface="+mn-lt"/>
                <a:cs typeface="+mn-lt"/>
              </a:rPr>
              <a:t>Training statistics (POSITIVE class):</a:t>
            </a:r>
            <a:r>
              <a:rPr lang="en-US">
                <a:ea typeface="+mn-lt"/>
                <a:cs typeface="+mn-lt"/>
              </a:rPr>
              <a:t> total N = 25 tokens, V = 10.</a:t>
            </a:r>
            <a:endParaRPr lang="en-US"/>
          </a:p>
          <a:p>
            <a:pPr marL="0" indent="0">
              <a:buNone/>
            </a:pPr>
            <a:endParaRPr lang="en-US">
              <a:ea typeface="Calibri"/>
              <a:cs typeface="Calibri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B7DF6BF-7985-DC0F-382F-5DBB1A9F4A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399713"/>
              </p:ext>
            </p:extLst>
          </p:nvPr>
        </p:nvGraphicFramePr>
        <p:xfrm>
          <a:off x="1480868" y="3105508"/>
          <a:ext cx="5501478" cy="3291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50739">
                  <a:extLst>
                    <a:ext uri="{9D8B030D-6E8A-4147-A177-3AD203B41FA5}">
                      <a16:colId xmlns:a16="http://schemas.microsoft.com/office/drawing/2014/main" val="39616499"/>
                    </a:ext>
                  </a:extLst>
                </a:gridCol>
                <a:gridCol w="2750739">
                  <a:extLst>
                    <a:ext uri="{9D8B030D-6E8A-4147-A177-3AD203B41FA5}">
                      <a16:colId xmlns:a16="http://schemas.microsoft.com/office/drawing/2014/main" val="3793220796"/>
                    </a:ext>
                  </a:extLst>
                </a:gridCol>
              </a:tblGrid>
              <a:tr h="365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Word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Count in POSITIVE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87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great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8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92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love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6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642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excellent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5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46240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perfect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4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818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amazing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2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3134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terrible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958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refund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680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broken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194414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EAB788F-0C0D-B26A-29BC-0C70B47A8FAE}"/>
              </a:ext>
            </a:extLst>
          </p:cNvPr>
          <p:cNvSpPr txBox="1"/>
          <p:nvPr/>
        </p:nvSpPr>
        <p:spPr>
          <a:xfrm>
            <a:off x="7284720" y="3322320"/>
            <a:ext cx="4195313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ea typeface="+mn-lt"/>
                <a:cs typeface="+mn-lt"/>
              </a:rPr>
              <a:t>Test review:</a:t>
            </a:r>
          </a:p>
          <a:p>
            <a:r>
              <a:rPr lang="en-US" sz="2400" b="1">
                <a:ea typeface="+mn-lt"/>
                <a:cs typeface="+mn-lt"/>
              </a:rPr>
              <a:t>“The product is great but terrible and broken.”</a:t>
            </a:r>
            <a:endParaRPr lang="en-US" sz="2400" b="1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122239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073B3-FE4A-3F5B-0783-981498E8A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6099"/>
            <a:ext cx="10515600" cy="60228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>
                <a:solidFill>
                  <a:srgbClr val="C00000"/>
                </a:solidFill>
              </a:rPr>
              <a:t>Good Turing Discounting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2531D-2F4B-E84E-CA64-8F753EA76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573" y="1033670"/>
            <a:ext cx="11542643" cy="5143293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b="1" i="0">
                <a:effectLst/>
              </a:rPr>
              <a:t>Good Turing Smoothing technique </a:t>
            </a:r>
            <a:r>
              <a:rPr lang="en-US" b="1" i="0" u="sng">
                <a:effectLst/>
              </a:rPr>
              <a:t>uses the frequencies of the count of occurrence of N-Grams for calculating the maximum likelihood estimate</a:t>
            </a:r>
            <a:r>
              <a:rPr lang="en-US" b="1" i="0">
                <a:effectLst/>
              </a:rPr>
              <a:t>. </a:t>
            </a:r>
          </a:p>
          <a:p>
            <a:pPr algn="just"/>
            <a:r>
              <a:rPr lang="en-US" b="1" i="0">
                <a:effectLst/>
              </a:rPr>
              <a:t>For example, consider calculating the probability of a bigram (chatter/cats) from the corpus. Note that this bigram has never occurred in the corpus and thus, probability without smoothing would turn out to be zero. As per the Good- </a:t>
            </a:r>
            <a:r>
              <a:rPr lang="en-US" b="1" i="0" err="1">
                <a:effectLst/>
              </a:rPr>
              <a:t>turing</a:t>
            </a:r>
            <a:r>
              <a:rPr lang="en-US" b="1" i="0">
                <a:effectLst/>
              </a:rPr>
              <a:t> Smoothing, the probability will depend upon the following: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b="1" i="0">
                <a:effectLst/>
              </a:rPr>
              <a:t>In case, </a:t>
            </a:r>
            <a:r>
              <a:rPr lang="en-US" b="1" i="0" u="sng">
                <a:effectLst/>
              </a:rPr>
              <a:t>the bigram (chatter/cats) has never occurred </a:t>
            </a:r>
            <a:r>
              <a:rPr lang="en-US" b="1" i="0">
                <a:effectLst/>
              </a:rPr>
              <a:t>in the corpus (which is the reality), </a:t>
            </a:r>
            <a:r>
              <a:rPr lang="en-US" b="1" i="0" u="sng">
                <a:effectLst/>
              </a:rPr>
              <a:t>the probability will depend upon the number of bigrams which occurred exactly one time and the total number of bigrams.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b="1" i="0">
                <a:effectLst/>
              </a:rPr>
              <a:t>In case, </a:t>
            </a:r>
            <a:r>
              <a:rPr lang="en-US" b="1" i="0" u="sng">
                <a:effectLst/>
              </a:rPr>
              <a:t>the bigram has occurred in the corpus </a:t>
            </a:r>
            <a:r>
              <a:rPr lang="en-US" b="1" i="0">
                <a:effectLst/>
              </a:rPr>
              <a:t>(for example, chatter/rats), the probability will depend upon number of bigrams which occurred more than one time of the current bigram (chatter/rats) (the value is 1 for chase/cats), total number of bigram which occurred same time as the current bigram (to/bigram) and total number of bigram.</a:t>
            </a:r>
          </a:p>
          <a:p>
            <a:pPr algn="just"/>
            <a:endParaRPr lang="en-IN" b="1"/>
          </a:p>
        </p:txBody>
      </p:sp>
    </p:spTree>
    <p:extLst>
      <p:ext uri="{BB962C8B-B14F-4D97-AF65-F5344CB8AC3E}">
        <p14:creationId xmlns:p14="http://schemas.microsoft.com/office/powerpoint/2010/main" val="232591236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943C1-B872-D09F-9D78-9509E18D8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>
                <a:solidFill>
                  <a:srgbClr val="C00000"/>
                </a:solidFill>
              </a:rPr>
              <a:t>Good Turing Discounting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8AFD0-8AFA-0C0C-6374-56BBE8A7C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4BA3DD-FCC7-754B-EFDA-8D969ACDA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1965"/>
            <a:ext cx="12192000" cy="554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0481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39213-6EF9-9240-FE76-61E7E5C38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B4544-6421-A0CA-E446-6834F058F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90E5D7-78BF-2A04-02D7-1BC690450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43463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CCA54-00F1-A113-740E-E5C6D179E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B87B7-8015-F786-0E9C-BE7AC061E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E71741-5E2B-1558-1B1B-41CB2012D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8743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AAEA36-39A0-9F9C-48DF-82A42D347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solidFill>
                  <a:srgbClr val="C00000"/>
                </a:solidFill>
              </a:rPr>
              <a:t>Evaluating language model</a:t>
            </a:r>
            <a:endParaRPr lang="en-IN" b="1">
              <a:solidFill>
                <a:srgbClr val="C0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0509EF-6055-F2D5-B75A-C013C87E5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/>
              <a:t>Assign higher probability to real ( or frequently observed) sentences than ungrammatical (or rarely observed) ones.</a:t>
            </a:r>
          </a:p>
          <a:p>
            <a:pPr algn="just"/>
            <a:r>
              <a:rPr lang="en-US" b="1"/>
              <a:t>Training and test corpora</a:t>
            </a:r>
          </a:p>
          <a:p>
            <a:pPr marL="514350" indent="-514350" algn="just">
              <a:buAutoNum type="arabicPeriod"/>
            </a:pPr>
            <a:r>
              <a:rPr lang="en-US" b="1"/>
              <a:t>Parameters of the model are trained on a large corpus of text, called </a:t>
            </a:r>
            <a:r>
              <a:rPr lang="en-US" b="1" u="sng"/>
              <a:t>training set</a:t>
            </a:r>
            <a:r>
              <a:rPr lang="en-US" b="1"/>
              <a:t>.</a:t>
            </a:r>
          </a:p>
          <a:p>
            <a:pPr marL="514350" indent="-514350" algn="just">
              <a:buAutoNum type="arabicPeriod"/>
            </a:pPr>
            <a:r>
              <a:rPr lang="en-US" b="1"/>
              <a:t>Performance is tested on a disjoint </a:t>
            </a:r>
            <a:r>
              <a:rPr lang="en-US" b="1" u="sng"/>
              <a:t>test data </a:t>
            </a:r>
            <a:r>
              <a:rPr lang="en-US" b="1"/>
              <a:t>using an </a:t>
            </a:r>
            <a:r>
              <a:rPr lang="en-US" b="1" u="sng"/>
              <a:t>evaluation metric.</a:t>
            </a:r>
          </a:p>
          <a:p>
            <a:pPr marL="0" indent="0" algn="just">
              <a:buNone/>
            </a:pPr>
            <a:r>
              <a:rPr lang="en-US" b="1"/>
              <a:t> </a:t>
            </a:r>
            <a:endParaRPr lang="en-IN" b="1"/>
          </a:p>
        </p:txBody>
      </p:sp>
    </p:spTree>
    <p:extLst>
      <p:ext uri="{BB962C8B-B14F-4D97-AF65-F5344CB8AC3E}">
        <p14:creationId xmlns:p14="http://schemas.microsoft.com/office/powerpoint/2010/main" val="418252985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CEDB0-B7C9-05B5-90F9-2AE558710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solidFill>
                  <a:srgbClr val="C00000"/>
                </a:solidFill>
              </a:rPr>
              <a:t>Extrinsic evaluation of N- grams models</a:t>
            </a:r>
            <a:endParaRPr lang="en-IN" b="1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3D4F3-558B-E637-D6FF-DB82766FC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7252"/>
            <a:ext cx="10515600" cy="4639711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>
                <a:ea typeface="+mn-lt"/>
                <a:cs typeface="+mn-lt"/>
              </a:rPr>
              <a:t>Extrinsic = judge the model by how well it helps a real application.</a:t>
            </a:r>
            <a:endParaRPr lang="en-US"/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b="1"/>
              <a:t>Comparison of two models, A and B</a:t>
            </a:r>
            <a:endParaRPr lang="en-US"/>
          </a:p>
          <a:p>
            <a:pPr algn="just"/>
            <a:r>
              <a:rPr lang="en-US" b="1"/>
              <a:t>Use each model for one or more tasks: spelling corrector, speech recognizer, machine translation</a:t>
            </a:r>
          </a:p>
          <a:p>
            <a:pPr algn="just"/>
            <a:r>
              <a:rPr lang="en-US" b="1"/>
              <a:t>Run the task, get accuracy values for A and B</a:t>
            </a:r>
          </a:p>
          <a:p>
            <a:pPr marL="0" indent="0" algn="just">
              <a:buNone/>
            </a:pPr>
            <a:r>
              <a:rPr lang="en-US" b="1"/>
              <a:t>   -How many misspelled words corrected properly</a:t>
            </a:r>
          </a:p>
          <a:p>
            <a:pPr marL="0" indent="0" algn="just">
              <a:buNone/>
            </a:pPr>
            <a:r>
              <a:rPr lang="en-US" b="1"/>
              <a:t>    - How many words translated corrected</a:t>
            </a:r>
          </a:p>
          <a:p>
            <a:pPr algn="just"/>
            <a:r>
              <a:rPr lang="en-US" b="1"/>
              <a:t>Compare accuracy for A and B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b="1"/>
              <a:t>Disadvantage:</a:t>
            </a:r>
          </a:p>
          <a:p>
            <a:pPr algn="just"/>
            <a:r>
              <a:rPr lang="en-US" b="1"/>
              <a:t>Expensive</a:t>
            </a:r>
          </a:p>
          <a:p>
            <a:pPr algn="just"/>
            <a:r>
              <a:rPr lang="en-US" b="1"/>
              <a:t>Time consuming</a:t>
            </a:r>
            <a:endParaRPr lang="en-IN" b="1"/>
          </a:p>
        </p:txBody>
      </p:sp>
    </p:spTree>
    <p:extLst>
      <p:ext uri="{BB962C8B-B14F-4D97-AF65-F5344CB8AC3E}">
        <p14:creationId xmlns:p14="http://schemas.microsoft.com/office/powerpoint/2010/main" val="264309249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C03C9-46C4-0BDB-1F43-4D3AC46E2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>
                <a:solidFill>
                  <a:srgbClr val="C00000"/>
                </a:solidFill>
              </a:rPr>
              <a:t>Intrinsic evaluation : Perplexity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C36B6-A5F4-15FB-CDB9-7CCDDBF2E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algn="just"/>
            <a:r>
              <a:rPr lang="en-IN">
                <a:ea typeface="+mn-lt"/>
                <a:cs typeface="+mn-lt"/>
              </a:rPr>
              <a:t>Intrinsic = judge the model directly, without any downstream task.</a:t>
            </a:r>
            <a:endParaRPr lang="en-IN" b="1"/>
          </a:p>
          <a:p>
            <a:pPr algn="just"/>
            <a:r>
              <a:rPr lang="en-IN" b="1"/>
              <a:t>Intuition : The Shannon Game ( </a:t>
            </a:r>
            <a:r>
              <a:rPr lang="en-IN">
                <a:ea typeface="+mn-lt"/>
                <a:cs typeface="+mn-lt"/>
              </a:rPr>
              <a:t>Given a context, can the model predict the next word?)</a:t>
            </a:r>
            <a:endParaRPr lang="en-IN"/>
          </a:p>
          <a:p>
            <a:pPr marL="0" indent="0" algn="just">
              <a:buNone/>
            </a:pPr>
            <a:r>
              <a:rPr lang="en-IN" b="1"/>
              <a:t>	I always order pizza with cheese and …</a:t>
            </a:r>
          </a:p>
          <a:p>
            <a:pPr marL="0" indent="0" algn="just">
              <a:buNone/>
            </a:pPr>
            <a:r>
              <a:rPr lang="en-IN" b="1"/>
              <a:t>            The president of India is….</a:t>
            </a:r>
          </a:p>
          <a:p>
            <a:pPr marL="0" indent="0" algn="just">
              <a:buNone/>
            </a:pPr>
            <a:r>
              <a:rPr lang="en-IN" b="1"/>
              <a:t>             I wrote a …….</a:t>
            </a:r>
          </a:p>
          <a:p>
            <a:pPr algn="just"/>
            <a:r>
              <a:rPr lang="en-IN" b="1"/>
              <a:t>Unigram model does not work for this game</a:t>
            </a:r>
          </a:p>
          <a:p>
            <a:pPr algn="just"/>
            <a:r>
              <a:rPr lang="en-IN" b="1"/>
              <a:t>A better model of text is one which assigns a higher probability to the actual word.</a:t>
            </a:r>
          </a:p>
          <a:p>
            <a:pPr algn="just"/>
            <a:r>
              <a:rPr lang="en-IN" b="1"/>
              <a:t>The language model is best when it predicts an unseen test set.</a:t>
            </a:r>
          </a:p>
        </p:txBody>
      </p:sp>
    </p:spTree>
    <p:extLst>
      <p:ext uri="{BB962C8B-B14F-4D97-AF65-F5344CB8AC3E}">
        <p14:creationId xmlns:p14="http://schemas.microsoft.com/office/powerpoint/2010/main" val="216434282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FAF638-AA5C-105F-EE9A-448CDC4D9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23" y="477868"/>
            <a:ext cx="10780143" cy="5758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9381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60812D0-7142-E031-4224-DE5FA0E88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569" y="813400"/>
            <a:ext cx="10137655" cy="5274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69970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20520E-C3B0-40A5-164C-388AB5F32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551" y="985838"/>
            <a:ext cx="10295805" cy="5245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2722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3C0DEB2-27CA-28DB-E4F2-0DD73C4EE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838" y="574107"/>
            <a:ext cx="10310362" cy="56666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271ED7-F279-523A-842D-3E08C2875508}"/>
              </a:ext>
            </a:extLst>
          </p:cNvPr>
          <p:cNvSpPr txBox="1"/>
          <p:nvPr/>
        </p:nvSpPr>
        <p:spPr>
          <a:xfrm>
            <a:off x="2862820" y="4999583"/>
            <a:ext cx="670502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ea typeface="+mn-lt"/>
                <a:cs typeface="+mn-lt"/>
              </a:rPr>
              <a:t>Lower perplexity = better model</a:t>
            </a:r>
            <a:endParaRPr lang="en-US" sz="2800" b="1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0042495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2E22D51-D830-CBB6-BAD8-1E4F0472A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333" y="785813"/>
            <a:ext cx="10943146" cy="5516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34305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6882A-C105-4E31-4080-BEAFB5F0E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Calibri Light"/>
                <a:cs typeface="Calibri Light"/>
              </a:rPr>
              <a:t>Exercise 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059DA-FF91-37E6-8605-1D9F55596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just">
              <a:buNone/>
            </a:pPr>
            <a:r>
              <a:rPr lang="en-US" sz="3600">
                <a:latin typeface="Times New Roman"/>
                <a:ea typeface="Calibri" panose="020F0502020204030204"/>
                <a:cs typeface="Times New Roman"/>
              </a:rPr>
              <a:t>Compute the perplexity of the sentence “She likes mangoes” using a bigram language model constructed from the given text corpus:</a:t>
            </a:r>
            <a:endParaRPr lang="en-US" sz="3600">
              <a:latin typeface="Times New Roman"/>
              <a:cs typeface="Times New Roman"/>
            </a:endParaRPr>
          </a:p>
          <a:p>
            <a:pPr algn="just">
              <a:buNone/>
            </a:pPr>
            <a:br>
              <a:rPr lang="en-US" sz="3600">
                <a:latin typeface="Times New Roman"/>
                <a:cs typeface="Times New Roman"/>
              </a:rPr>
            </a:br>
            <a:r>
              <a:rPr lang="en-US" sz="3600">
                <a:latin typeface="Times New Roman"/>
                <a:ea typeface="Calibri" panose="020F0502020204030204"/>
                <a:cs typeface="Times New Roman"/>
              </a:rPr>
              <a:t>She likes </a:t>
            </a:r>
            <a:r>
              <a:rPr lang="en-US" sz="3600" err="1">
                <a:latin typeface="Times New Roman"/>
                <a:ea typeface="Calibri" panose="020F0502020204030204"/>
                <a:cs typeface="Times New Roman"/>
              </a:rPr>
              <a:t>apples.She</a:t>
            </a:r>
            <a:r>
              <a:rPr lang="en-US" sz="3600">
                <a:latin typeface="Times New Roman"/>
                <a:ea typeface="Calibri" panose="020F0502020204030204"/>
                <a:cs typeface="Times New Roman"/>
              </a:rPr>
              <a:t> likes </a:t>
            </a:r>
            <a:r>
              <a:rPr lang="en-US" sz="3600" err="1">
                <a:latin typeface="Times New Roman"/>
                <a:ea typeface="Calibri" panose="020F0502020204030204"/>
                <a:cs typeface="Times New Roman"/>
              </a:rPr>
              <a:t>bananas.He</a:t>
            </a:r>
            <a:r>
              <a:rPr lang="en-US" sz="3600">
                <a:latin typeface="Times New Roman"/>
                <a:ea typeface="Calibri" panose="020F0502020204030204"/>
                <a:cs typeface="Times New Roman"/>
              </a:rPr>
              <a:t> likes </a:t>
            </a:r>
            <a:r>
              <a:rPr lang="en-US" sz="3600" err="1">
                <a:latin typeface="Times New Roman"/>
                <a:ea typeface="Calibri" panose="020F0502020204030204"/>
                <a:cs typeface="Times New Roman"/>
              </a:rPr>
              <a:t>mangoes.They</a:t>
            </a:r>
            <a:r>
              <a:rPr lang="en-US" sz="3600">
                <a:latin typeface="Times New Roman"/>
                <a:ea typeface="Calibri" panose="020F0502020204030204"/>
                <a:cs typeface="Times New Roman"/>
              </a:rPr>
              <a:t> eat </a:t>
            </a:r>
            <a:r>
              <a:rPr lang="en-US" sz="3600" err="1">
                <a:latin typeface="Times New Roman"/>
                <a:ea typeface="Calibri" panose="020F0502020204030204"/>
                <a:cs typeface="Times New Roman"/>
              </a:rPr>
              <a:t>fruits.She</a:t>
            </a:r>
            <a:r>
              <a:rPr lang="en-US" sz="3600">
                <a:latin typeface="Times New Roman"/>
                <a:ea typeface="Calibri" panose="020F0502020204030204"/>
                <a:cs typeface="Times New Roman"/>
              </a:rPr>
              <a:t> likes grapes.</a:t>
            </a:r>
            <a:endParaRPr lang="en-US" sz="3600">
              <a:latin typeface="Times New Roman"/>
              <a:cs typeface="Times New Roman"/>
            </a:endParaRPr>
          </a:p>
          <a:p>
            <a:pPr marL="0" indent="0">
              <a:buNone/>
            </a:pPr>
            <a:br>
              <a:rPr lang="en-US"/>
            </a:br>
            <a:endParaRPr lang="en-US" sz="36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3661756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6CF68-5116-9C76-49B4-8A0FFA8E6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Calibri Light"/>
                <a:cs typeface="Calibri Light"/>
              </a:rPr>
              <a:t>Exercise 2</a:t>
            </a:r>
            <a:endParaRPr lang="en-US">
              <a:ea typeface="Calibri Light"/>
              <a:cs typeface="Calibri Light"/>
            </a:endParaRPr>
          </a:p>
          <a:p>
            <a:endParaRPr lang="en-US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30111-13E6-1C85-55D8-F12F16518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just">
              <a:buNone/>
            </a:pPr>
            <a:r>
              <a:rPr lang="en" b="1">
                <a:ea typeface="+mn-lt"/>
                <a:cs typeface="+mn-lt"/>
              </a:rPr>
              <a:t>Compute the perplexity of “I like sweets”, by considering the bigram model from the following text.        </a:t>
            </a:r>
            <a:endParaRPr lang="en-US" b="1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" b="1">
                <a:latin typeface="Calibri"/>
                <a:ea typeface="Calibri"/>
                <a:cs typeface="Calibri"/>
              </a:rPr>
              <a:t>I like many things to eat. I like cake. I like biscuits. And, yes, sweets. I do like them. I like jam. It is like sweets.</a:t>
            </a:r>
            <a:endParaRPr lang="en-US" b="1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9144836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A65DC1D-E2F6-9FB8-B79D-C447C0CA2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594" y="1309688"/>
            <a:ext cx="10910437" cy="423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98984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9FF2FD-79A4-17A6-12AA-F7DF5FC33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603" y="972899"/>
            <a:ext cx="9860531" cy="4782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01157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CD6E0-2D57-6D8E-4013-658E5A017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Calibri Light"/>
                <a:cs typeface="Calibri Light"/>
              </a:rPr>
              <a:t>Exercise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3042B-EAD7-7DD2-9EE4-2B13E8B0C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just">
              <a:buNone/>
            </a:pPr>
            <a:r>
              <a:rPr lang="en-US" b="1">
                <a:latin typeface="Calibri"/>
                <a:ea typeface="Calibri"/>
                <a:cs typeface="Calibri"/>
              </a:rPr>
              <a:t>Compute the perplexity of the sentence “We enjoy music” using a bigram language model constructed from the given text corpus:</a:t>
            </a:r>
          </a:p>
          <a:p>
            <a:pPr algn="just">
              <a:buNone/>
            </a:pPr>
            <a:br>
              <a:rPr lang="en-US" b="1">
                <a:ea typeface="Calibri"/>
                <a:cs typeface="Calibri"/>
              </a:rPr>
            </a:br>
            <a:r>
              <a:rPr lang="en-US" b="1">
                <a:latin typeface="Calibri"/>
                <a:ea typeface="Calibri"/>
                <a:cs typeface="Calibri"/>
              </a:rPr>
              <a:t>We enjoy </a:t>
            </a:r>
            <a:r>
              <a:rPr lang="en-US" b="1" err="1">
                <a:latin typeface="Calibri"/>
                <a:ea typeface="Calibri"/>
                <a:cs typeface="Calibri"/>
              </a:rPr>
              <a:t>sports.They</a:t>
            </a:r>
            <a:r>
              <a:rPr lang="en-US" b="1">
                <a:latin typeface="Calibri"/>
                <a:ea typeface="Calibri"/>
                <a:cs typeface="Calibri"/>
              </a:rPr>
              <a:t> play </a:t>
            </a:r>
            <a:r>
              <a:rPr lang="en-US" b="1" err="1">
                <a:latin typeface="Calibri"/>
                <a:ea typeface="Calibri"/>
                <a:cs typeface="Calibri"/>
              </a:rPr>
              <a:t>music.We</a:t>
            </a:r>
            <a:r>
              <a:rPr lang="en-US" b="1">
                <a:latin typeface="Calibri"/>
                <a:ea typeface="Calibri"/>
                <a:cs typeface="Calibri"/>
              </a:rPr>
              <a:t> love </a:t>
            </a:r>
            <a:r>
              <a:rPr lang="en-US" b="1" err="1">
                <a:latin typeface="Calibri"/>
                <a:ea typeface="Calibri"/>
                <a:cs typeface="Calibri"/>
              </a:rPr>
              <a:t>dancing.Students</a:t>
            </a:r>
            <a:r>
              <a:rPr lang="en-US" b="1">
                <a:latin typeface="Calibri"/>
                <a:ea typeface="Calibri"/>
                <a:cs typeface="Calibri"/>
              </a:rPr>
              <a:t> enjoy </a:t>
            </a:r>
            <a:r>
              <a:rPr lang="en-US" b="1" err="1">
                <a:latin typeface="Calibri"/>
                <a:ea typeface="Calibri"/>
                <a:cs typeface="Calibri"/>
              </a:rPr>
              <a:t>learning.Music</a:t>
            </a:r>
            <a:r>
              <a:rPr lang="en-US" b="1">
                <a:latin typeface="Calibri"/>
                <a:ea typeface="Calibri"/>
                <a:cs typeface="Calibri"/>
              </a:rPr>
              <a:t> makes life better.</a:t>
            </a:r>
          </a:p>
          <a:p>
            <a:pPr marL="0" indent="0">
              <a:buNone/>
            </a:pPr>
            <a:br>
              <a:rPr lang="en-US"/>
            </a:br>
            <a:endParaRPr lang="en-US" b="1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148287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98993-B4A2-5B75-2A83-25587EF71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05413"/>
          </a:xfrm>
        </p:spPr>
        <p:txBody>
          <a:bodyPr>
            <a:normAutofit fontScale="90000"/>
          </a:bodyPr>
          <a:lstStyle/>
          <a:p>
            <a:r>
              <a:rPr lang="en-US" b="1">
                <a:ea typeface="Calibri Light"/>
                <a:cs typeface="Calibri Light"/>
              </a:rPr>
              <a:t>Exercise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D52D6-B347-5E32-3BDE-4DCCACF21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9286"/>
            <a:ext cx="10515600" cy="5285866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algn="just">
              <a:buNone/>
            </a:pPr>
            <a:r>
              <a:rPr lang="en-US">
                <a:ea typeface="+mn-lt"/>
                <a:cs typeface="+mn-lt"/>
              </a:rPr>
              <a:t>A hospital compares two unigram language models on the same five-word medical sentence:</a:t>
            </a:r>
            <a:endParaRPr lang="en-US">
              <a:ea typeface="Calibri"/>
              <a:cs typeface="Calibri"/>
            </a:endParaRPr>
          </a:p>
          <a:p>
            <a:pPr algn="just">
              <a:buNone/>
            </a:pPr>
            <a:r>
              <a:rPr lang="en-US" b="1">
                <a:solidFill>
                  <a:srgbClr val="FF0000"/>
                </a:solidFill>
                <a:ea typeface="Calibri" panose="020F0502020204030204"/>
                <a:cs typeface="Calibri" panose="020F0502020204030204"/>
              </a:rPr>
              <a:t>The patient feels very weak</a:t>
            </a:r>
            <a:endParaRPr lang="en-US">
              <a:ea typeface="Calibri"/>
              <a:cs typeface="Calibri"/>
            </a:endParaRPr>
          </a:p>
          <a:p>
            <a:pPr algn="just">
              <a:buNone/>
            </a:pPr>
            <a:r>
              <a:rPr lang="en-US" b="1">
                <a:ea typeface="Calibri" panose="020F0502020204030204"/>
                <a:cs typeface="Calibri" panose="020F0502020204030204"/>
              </a:rPr>
              <a:t>The models produce the following sentence probabilities:</a:t>
            </a:r>
          </a:p>
          <a:p>
            <a:pPr algn="just">
              <a:buNone/>
            </a:pPr>
            <a:r>
              <a:rPr lang="en-US" err="1">
                <a:ea typeface="+mn-lt"/>
                <a:cs typeface="+mn-lt"/>
              </a:rPr>
              <a:t>PModel_A</a:t>
            </a:r>
            <a:r>
              <a:rPr lang="en-US">
                <a:ea typeface="+mn-lt"/>
                <a:cs typeface="+mn-lt"/>
              </a:rPr>
              <a:t>(W)=</a:t>
            </a:r>
            <a:r>
              <a:rPr lang="en-US">
                <a:ea typeface="Calibri" panose="020F0502020204030204"/>
                <a:cs typeface="Calibri" panose="020F0502020204030204"/>
              </a:rPr>
              <a:t>0.00008,PModel−B(W)=0.00002 N=5(Number of words) </a:t>
            </a:r>
            <a:endParaRPr lang="en-US"/>
          </a:p>
          <a:p>
            <a:pPr algn="just">
              <a:buNone/>
            </a:pPr>
            <a:r>
              <a:rPr lang="en-US" b="1">
                <a:ea typeface="Calibri" panose="020F0502020204030204"/>
                <a:cs typeface="Calibri" panose="020F0502020204030204"/>
              </a:rPr>
              <a:t>The healthcare analytics team states:</a:t>
            </a:r>
          </a:p>
          <a:p>
            <a:pPr algn="just">
              <a:buNone/>
            </a:pPr>
            <a:r>
              <a:rPr lang="en-US" b="1">
                <a:ea typeface="Calibri" panose="020F0502020204030204"/>
                <a:cs typeface="Calibri" panose="020F0502020204030204"/>
              </a:rPr>
              <a:t>“Model B is better because its probability value is smaller.”</a:t>
            </a:r>
          </a:p>
          <a:p>
            <a:pPr algn="just">
              <a:buNone/>
            </a:pPr>
            <a:r>
              <a:rPr lang="en-US" b="1">
                <a:ea typeface="Calibri" panose="020F0502020204030204"/>
                <a:cs typeface="Calibri" panose="020F0502020204030204"/>
              </a:rPr>
              <a:t>a) </a:t>
            </a:r>
            <a:r>
              <a:rPr lang="en-US">
                <a:ea typeface="Calibri" panose="020F0502020204030204"/>
                <a:cs typeface="Calibri" panose="020F0502020204030204"/>
              </a:rPr>
              <a:t>Calculate the perplexity of Model A. </a:t>
            </a:r>
          </a:p>
          <a:p>
            <a:pPr algn="just">
              <a:buNone/>
            </a:pPr>
            <a:r>
              <a:rPr lang="en-US" b="1">
                <a:ea typeface="Calibri" panose="020F0502020204030204"/>
                <a:cs typeface="Calibri" panose="020F0502020204030204"/>
              </a:rPr>
              <a:t>b) </a:t>
            </a:r>
            <a:r>
              <a:rPr lang="en-US">
                <a:ea typeface="Calibri" panose="020F0502020204030204"/>
                <a:cs typeface="Calibri" panose="020F0502020204030204"/>
              </a:rPr>
              <a:t>Calculate the perplexity of Model B. </a:t>
            </a:r>
          </a:p>
          <a:p>
            <a:pPr algn="just">
              <a:buNone/>
            </a:pPr>
            <a:r>
              <a:rPr lang="en-US" b="1">
                <a:ea typeface="Calibri" panose="020F0502020204030204"/>
                <a:cs typeface="Calibri" panose="020F0502020204030204"/>
              </a:rPr>
              <a:t>c) </a:t>
            </a:r>
            <a:r>
              <a:rPr lang="en-US">
                <a:ea typeface="Calibri" panose="020F0502020204030204"/>
                <a:cs typeface="Calibri" panose="020F0502020204030204"/>
              </a:rPr>
              <a:t>Determine which model is better based on perplexity and explain why.</a:t>
            </a:r>
            <a:r>
              <a:rPr lang="en-US" b="1">
                <a:ea typeface="Calibri" panose="020F0502020204030204"/>
                <a:cs typeface="Calibri" panose="020F0502020204030204"/>
              </a:rPr>
              <a:t> </a:t>
            </a:r>
          </a:p>
          <a:p>
            <a:pPr algn="just">
              <a:buNone/>
            </a:pPr>
            <a:r>
              <a:rPr lang="en-US" b="1">
                <a:ea typeface="Calibri" panose="020F0502020204030204"/>
                <a:cs typeface="Calibri" panose="020F0502020204030204"/>
              </a:rPr>
              <a:t>d) </a:t>
            </a:r>
            <a:r>
              <a:rPr lang="en-US">
                <a:ea typeface="Calibri" panose="020F0502020204030204"/>
                <a:cs typeface="Calibri" panose="020F0502020204030204"/>
              </a:rPr>
              <a:t>The medical report contains the phrase:</a:t>
            </a:r>
          </a:p>
          <a:p>
            <a:pPr algn="just">
              <a:buNone/>
            </a:pPr>
            <a:r>
              <a:rPr lang="en-US" b="1">
                <a:ea typeface="Calibri" panose="020F0502020204030204"/>
                <a:cs typeface="Calibri" panose="020F0502020204030204"/>
              </a:rPr>
              <a:t>“patient feels weak”</a:t>
            </a:r>
          </a:p>
          <a:p>
            <a:pPr algn="just">
              <a:buNone/>
            </a:pPr>
            <a:r>
              <a:rPr lang="en-US">
                <a:ea typeface="Calibri" panose="020F0502020204030204"/>
                <a:cs typeface="Calibri" panose="020F0502020204030204"/>
              </a:rPr>
              <a:t>Explain one limitation of using a unigram model for this phrase and suggest a more appropriate n-gram approach. </a:t>
            </a:r>
          </a:p>
          <a:p>
            <a:pPr algn="just">
              <a:buNone/>
            </a:pPr>
            <a:endParaRPr lang="en-US" b="1">
              <a:ea typeface="Calibri" panose="020F0502020204030204"/>
              <a:cs typeface="Calibri" panose="020F0502020204030204"/>
            </a:endParaRPr>
          </a:p>
          <a:p>
            <a:pPr marL="0" indent="0" algn="just">
              <a:buNone/>
            </a:pPr>
            <a:endParaRPr lang="en-US" b="1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71364105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569A8-11D6-C4A4-5B17-04F936481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91"/>
            <a:ext cx="10515600" cy="506054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002060"/>
                </a:solidFill>
                <a:ea typeface="Calibri Light"/>
                <a:cs typeface="Calibri Light"/>
              </a:rPr>
              <a:t>Doubts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24177-51FD-1FF0-64A9-8ADDD4C1F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7287"/>
            <a:ext cx="10515600" cy="611975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2000" b="1">
                <a:ea typeface="+mn-lt"/>
                <a:cs typeface="+mn-lt"/>
              </a:rPr>
              <a:t> </a:t>
            </a:r>
            <a:r>
              <a:rPr lang="en-US" sz="2000" b="1" err="1">
                <a:ea typeface="+mn-lt"/>
                <a:cs typeface="+mn-lt"/>
              </a:rPr>
              <a:t>i</a:t>
            </a:r>
            <a:r>
              <a:rPr lang="en-US" sz="2000" b="1">
                <a:ea typeface="+mn-lt"/>
                <a:cs typeface="+mn-lt"/>
              </a:rPr>
              <a:t>) When to calculate smoothing?</a:t>
            </a:r>
            <a:endParaRPr lang="en-US" sz="2000" b="1">
              <a:ea typeface="Calibri"/>
              <a:cs typeface="Calibri"/>
            </a:endParaRPr>
          </a:p>
          <a:p>
            <a:pPr>
              <a:buNone/>
            </a:pPr>
            <a:r>
              <a:rPr lang="en-US" sz="2000" b="1">
                <a:solidFill>
                  <a:srgbClr val="C00000"/>
                </a:solidFill>
                <a:ea typeface="+mn-lt"/>
                <a:cs typeface="+mn-lt"/>
              </a:rPr>
              <a:t>Ans: When we want to prevent zero probabilities.</a:t>
            </a:r>
            <a:endParaRPr lang="en-US" sz="2000" b="1">
              <a:solidFill>
                <a:srgbClr val="C00000"/>
              </a:solidFill>
              <a:ea typeface="Calibri"/>
              <a:cs typeface="Calibri"/>
            </a:endParaRPr>
          </a:p>
          <a:p>
            <a:pPr>
              <a:buNone/>
            </a:pPr>
            <a:r>
              <a:rPr lang="en-US" sz="2000" b="1">
                <a:ea typeface="+mn-lt"/>
                <a:cs typeface="+mn-lt"/>
              </a:rPr>
              <a:t>ii) If probability is not coming as zero then what to do?</a:t>
            </a:r>
            <a:endParaRPr lang="en-US" sz="2000" b="1">
              <a:ea typeface="Calibri" panose="020F0502020204030204"/>
              <a:cs typeface="Calibri" panose="020F0502020204030204"/>
            </a:endParaRPr>
          </a:p>
          <a:p>
            <a:pPr>
              <a:buNone/>
            </a:pPr>
            <a:r>
              <a:rPr lang="en-US" sz="2000" b="1">
                <a:ea typeface="+mn-lt"/>
                <a:cs typeface="+mn-lt"/>
              </a:rPr>
              <a:t>Ans: T</a:t>
            </a:r>
            <a:r>
              <a:rPr lang="en-US" sz="2000" b="1">
                <a:solidFill>
                  <a:srgbClr val="C00000"/>
                </a:solidFill>
                <a:ea typeface="+mn-lt"/>
                <a:cs typeface="+mn-lt"/>
              </a:rPr>
              <a:t>he model can compute sentence probabilities and perplexity normally. Smoothing is not </a:t>
            </a:r>
            <a:r>
              <a:rPr lang="en-US" sz="2000" b="1" err="1">
                <a:solidFill>
                  <a:srgbClr val="C00000"/>
                </a:solidFill>
                <a:ea typeface="+mn-lt"/>
                <a:cs typeface="+mn-lt"/>
              </a:rPr>
              <a:t>mandatory.Even</a:t>
            </a:r>
            <a:r>
              <a:rPr lang="en-US" sz="2000" b="1">
                <a:solidFill>
                  <a:srgbClr val="C00000"/>
                </a:solidFill>
                <a:ea typeface="+mn-lt"/>
                <a:cs typeface="+mn-lt"/>
              </a:rPr>
              <a:t> if no zeros exist, some events may have very low probabilities. Smoothing adjusts those </a:t>
            </a:r>
            <a:r>
              <a:rPr lang="en-US" sz="2000" b="1" err="1">
                <a:solidFill>
                  <a:srgbClr val="C00000"/>
                </a:solidFill>
                <a:ea typeface="+mn-lt"/>
                <a:cs typeface="+mn-lt"/>
              </a:rPr>
              <a:t>probabilities.This</a:t>
            </a:r>
            <a:r>
              <a:rPr lang="en-US" sz="2000" b="1">
                <a:solidFill>
                  <a:srgbClr val="C00000"/>
                </a:solidFill>
                <a:ea typeface="+mn-lt"/>
                <a:cs typeface="+mn-lt"/>
              </a:rPr>
              <a:t> improves generalization when new/unseen data arrives later.</a:t>
            </a:r>
            <a:endParaRPr lang="en-US" sz="2000" b="1">
              <a:solidFill>
                <a:srgbClr val="C00000"/>
              </a:solidFill>
              <a:ea typeface="Calibri"/>
              <a:cs typeface="Calibri"/>
            </a:endParaRPr>
          </a:p>
          <a:p>
            <a:pPr>
              <a:buNone/>
            </a:pPr>
            <a:r>
              <a:rPr lang="en-US" sz="2000" b="1">
                <a:ea typeface="+mn-lt"/>
                <a:cs typeface="+mn-lt"/>
              </a:rPr>
              <a:t> iii) When I am comparing two sentences should I go with same method or different(with smoothing or without)</a:t>
            </a:r>
            <a:endParaRPr lang="en-US" sz="2000" b="1">
              <a:ea typeface="Calibri" panose="020F0502020204030204"/>
              <a:cs typeface="Calibri" panose="020F0502020204030204"/>
            </a:endParaRPr>
          </a:p>
          <a:p>
            <a:pPr>
              <a:buNone/>
            </a:pPr>
            <a:r>
              <a:rPr lang="en-US" sz="2000" b="1">
                <a:ea typeface="+mn-lt"/>
                <a:cs typeface="+mn-lt"/>
              </a:rPr>
              <a:t>Ans: </a:t>
            </a:r>
            <a:r>
              <a:rPr lang="en-US" sz="2000" b="1">
                <a:solidFill>
                  <a:srgbClr val="C00000"/>
                </a:solidFill>
                <a:ea typeface="+mn-lt"/>
                <a:cs typeface="+mn-lt"/>
              </a:rPr>
              <a:t>Always use one consistent method (either with smoothing or without) when comparing multiple sentences under the same model.</a:t>
            </a:r>
            <a:endParaRPr lang="en-US" sz="2000" b="1">
              <a:solidFill>
                <a:srgbClr val="C00000"/>
              </a:solidFill>
              <a:ea typeface="Calibri"/>
              <a:cs typeface="Calibri"/>
            </a:endParaRPr>
          </a:p>
          <a:p>
            <a:pPr>
              <a:buNone/>
            </a:pPr>
            <a:r>
              <a:rPr lang="en-US" sz="2000" b="1">
                <a:ea typeface="+mn-lt"/>
                <a:cs typeface="+mn-lt"/>
              </a:rPr>
              <a:t>Conclusion:</a:t>
            </a:r>
            <a:endParaRPr lang="en-US" sz="2000" b="1">
              <a:ea typeface="Calibri"/>
              <a:cs typeface="Calibri"/>
            </a:endParaRPr>
          </a:p>
          <a:p>
            <a:pPr>
              <a:buNone/>
            </a:pPr>
            <a:r>
              <a:rPr lang="en-US" sz="2000" b="1">
                <a:ea typeface="+mn-lt"/>
                <a:cs typeface="+mn-lt"/>
              </a:rPr>
              <a:t>1. If both sentences contain only known words/n-grams → you can apply without smoothing.</a:t>
            </a:r>
            <a:endParaRPr lang="en-US" sz="2000" b="1">
              <a:ea typeface="Calibri"/>
              <a:cs typeface="Calibri"/>
            </a:endParaRPr>
          </a:p>
          <a:p>
            <a:pPr>
              <a:buNone/>
            </a:pPr>
            <a:r>
              <a:rPr lang="en-US" sz="2000" b="1">
                <a:ea typeface="+mn-lt"/>
                <a:cs typeface="+mn-lt"/>
              </a:rPr>
              <a:t>2. If there is a chance of unknown or unseen words/n-grams in either sentence → apply with smoothing for both.</a:t>
            </a:r>
            <a:endParaRPr lang="en-US" sz="2000" b="1">
              <a:ea typeface="Calibri"/>
              <a:cs typeface="Calibri"/>
            </a:endParaRPr>
          </a:p>
          <a:p>
            <a:pPr>
              <a:buNone/>
            </a:pPr>
            <a:r>
              <a:rPr lang="en-US" sz="2000" b="1">
                <a:ea typeface="+mn-lt"/>
                <a:cs typeface="+mn-lt"/>
              </a:rPr>
              <a:t>3. Use a consistent method.</a:t>
            </a:r>
            <a:endParaRPr lang="en-US" sz="2000" b="1">
              <a:ea typeface="Calibri"/>
              <a:cs typeface="Calibri"/>
            </a:endParaRPr>
          </a:p>
          <a:p>
            <a:pPr>
              <a:buNone/>
            </a:pPr>
            <a:endParaRPr lang="en-US" sz="2000" b="1">
              <a:ea typeface="Calibri"/>
              <a:cs typeface="Calibri"/>
            </a:endParaRPr>
          </a:p>
          <a:p>
            <a:pPr marL="0" indent="0">
              <a:buNone/>
            </a:pPr>
            <a:endParaRPr lang="en-US" sz="2000" b="1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146560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BB23B-0DA6-8FBB-EB4C-F736D6727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>
                <a:solidFill>
                  <a:srgbClr val="002060"/>
                </a:solidFill>
                <a:ea typeface="Calibri Light"/>
                <a:cs typeface="Calibri Light"/>
              </a:rPr>
              <a:t>Doubts</a:t>
            </a:r>
            <a:endParaRPr lang="en-US" sz="4000">
              <a:ea typeface="Calibri Light"/>
              <a:cs typeface="Calibri Light"/>
            </a:endParaRPr>
          </a:p>
          <a:p>
            <a:endParaRPr lang="en-US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7C9FA-FDF4-1F72-4665-BC45E2150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6154"/>
            <a:ext cx="10515600" cy="524273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Iv)Why do we need smoothing if we can add the new word?</a:t>
            </a:r>
            <a:br>
              <a:rPr lang="en-US" b="1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Ans: </a:t>
            </a:r>
            <a:r>
              <a:rPr lang="en-US" b="1">
                <a:solidFill>
                  <a:srgbClr val="C00000"/>
                </a:solidFill>
                <a:ea typeface="+mn-lt"/>
                <a:cs typeface="+mn-lt"/>
              </a:rPr>
              <a:t>Adding a new word to the vocabulary does not change its count; if it was unseen, (C(w)=0), so it still gives probability 0.</a:t>
            </a:r>
            <a:endParaRPr lang="en-US" b="1">
              <a:solidFill>
                <a:srgbClr val="C00000"/>
              </a:solidFill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  <a:ea typeface="+mn-lt"/>
                <a:cs typeface="+mn-lt"/>
              </a:rPr>
              <a:t>Smoothing assigns a non-zero probability to unseen words/events using techniques such as Laplace or Good–Turing.</a:t>
            </a:r>
            <a:br>
              <a:rPr lang="en-US" b="1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Q2. How many unseen words can we test? Is there any limit?</a:t>
            </a:r>
            <a:br>
              <a:rPr lang="en-US" b="1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 Ans: </a:t>
            </a:r>
            <a:r>
              <a:rPr lang="en-US" b="1">
                <a:solidFill>
                  <a:srgbClr val="C00000"/>
                </a:solidFill>
                <a:ea typeface="+mn-lt"/>
                <a:cs typeface="+mn-lt"/>
              </a:rPr>
              <a:t>There is no fixed limit. It depends on the vocabulary being considered. All unseen words share the probability mass reserved for unseen events.</a:t>
            </a:r>
            <a:br>
              <a:rPr lang="en-US" b="1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Q3. Is N1 /N the probability of each unseen word?</a:t>
            </a:r>
            <a:br>
              <a:rPr lang="en-US" b="1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 Ans: </a:t>
            </a:r>
            <a:r>
              <a:rPr lang="en-US" b="1">
                <a:solidFill>
                  <a:srgbClr val="C00000"/>
                </a:solidFill>
                <a:ea typeface="+mn-lt"/>
                <a:cs typeface="+mn-lt"/>
              </a:rPr>
              <a:t>No. N1 /N is the total probability mass assigned to all unseen events.</a:t>
            </a:r>
            <a:endParaRPr lang="en-US" b="1">
              <a:solidFill>
                <a:srgbClr val="C00000"/>
              </a:solidFill>
              <a:ea typeface="Calibri" panose="020F0502020204030204"/>
              <a:cs typeface="Calibri" panose="020F0502020204030204"/>
            </a:endParaRPr>
          </a:p>
          <a:p>
            <a:endParaRPr lang="en-US" b="1">
              <a:solidFill>
                <a:srgbClr val="C00000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5443634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73B10-1D4B-E9AE-BD8E-F434A6502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solidFill>
                  <a:srgbClr val="C00000"/>
                </a:solidFill>
                <a:ea typeface="+mj-lt"/>
                <a:cs typeface="+mj-lt"/>
              </a:rPr>
              <a:t>Statistical text representation techniques </a:t>
            </a:r>
            <a:endParaRPr lang="en-US" b="1">
              <a:solidFill>
                <a:srgbClr val="C00000"/>
              </a:solidFill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E6F4F-C54D-96BE-2F4B-E0880DC17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+mn-lt"/>
                <a:cs typeface="+mn-lt"/>
              </a:rPr>
              <a:t>Bag of Words (</a:t>
            </a:r>
            <a:r>
              <a:rPr lang="en-US" b="1" err="1">
                <a:ea typeface="+mn-lt"/>
                <a:cs typeface="+mn-lt"/>
              </a:rPr>
              <a:t>BoW</a:t>
            </a:r>
            <a:r>
              <a:rPr lang="en-US" b="1">
                <a:ea typeface="+mn-lt"/>
                <a:cs typeface="+mn-lt"/>
              </a:rPr>
              <a:t>)</a:t>
            </a:r>
            <a:r>
              <a:rPr lang="en-US">
                <a:ea typeface="+mn-lt"/>
                <a:cs typeface="+mn-lt"/>
              </a:rPr>
              <a:t> 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 b="1">
                <a:ea typeface="+mn-lt"/>
                <a:cs typeface="+mn-lt"/>
              </a:rPr>
              <a:t>TF-IDF (Term Frequency–Inverse Document Frequency)</a:t>
            </a:r>
            <a:endParaRPr lang="en-US"/>
          </a:p>
          <a:p>
            <a:pPr marL="0" indent="0">
              <a:buNone/>
            </a:pP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1804601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FEB40-1409-9B05-64C3-783BEC23B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solidFill>
                  <a:srgbClr val="C00000"/>
                </a:solidFill>
                <a:ea typeface="+mj-lt"/>
                <a:cs typeface="+mj-lt"/>
              </a:rPr>
              <a:t>Bag of Words (</a:t>
            </a:r>
            <a:r>
              <a:rPr lang="en-US" b="1" err="1">
                <a:solidFill>
                  <a:srgbClr val="C00000"/>
                </a:solidFill>
                <a:ea typeface="+mj-lt"/>
                <a:cs typeface="+mj-lt"/>
              </a:rPr>
              <a:t>BoW</a:t>
            </a:r>
            <a:r>
              <a:rPr lang="en-US" b="1">
                <a:solidFill>
                  <a:srgbClr val="C00000"/>
                </a:solidFill>
                <a:ea typeface="+mj-lt"/>
                <a:cs typeface="+mj-lt"/>
              </a:rPr>
              <a:t>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D99D2-AE36-630F-802C-9728642E4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3059"/>
            <a:ext cx="10515600" cy="475390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>
                <a:ea typeface="+mn-lt"/>
                <a:cs typeface="+mn-lt"/>
              </a:rPr>
              <a:t>Bag of Words is a statistical text representation technique that represents a document using the frequency or presence of words from a predefined vocabulary, while ignoring the order and grammatical structure of the words.</a:t>
            </a:r>
            <a:endParaRPr lang="en-US"/>
          </a:p>
          <a:p>
            <a:pPr algn="just"/>
            <a:r>
              <a:rPr lang="en-US">
                <a:ea typeface="+mn-lt"/>
                <a:cs typeface="+mn-lt"/>
              </a:rPr>
              <a:t>It represents text using </a:t>
            </a:r>
            <a:r>
              <a:rPr lang="en-US" b="1">
                <a:ea typeface="+mn-lt"/>
                <a:cs typeface="+mn-lt"/>
              </a:rPr>
              <a:t>word counts or word presence</a:t>
            </a:r>
            <a:r>
              <a:rPr lang="en-US">
                <a:ea typeface="+mn-lt"/>
                <a:cs typeface="+mn-lt"/>
              </a:rPr>
              <a:t>. </a:t>
            </a:r>
          </a:p>
          <a:p>
            <a:pPr algn="just"/>
            <a:r>
              <a:rPr lang="en-US">
                <a:ea typeface="+mn-lt"/>
                <a:cs typeface="+mn-lt"/>
              </a:rPr>
              <a:t>It creates a </a:t>
            </a:r>
            <a:r>
              <a:rPr lang="en-US" b="1">
                <a:ea typeface="+mn-lt"/>
                <a:cs typeface="+mn-lt"/>
              </a:rPr>
              <a:t>vocabulary</a:t>
            </a:r>
            <a:r>
              <a:rPr lang="en-US">
                <a:ea typeface="+mn-lt"/>
                <a:cs typeface="+mn-lt"/>
              </a:rPr>
              <a:t> from the corpus. </a:t>
            </a:r>
          </a:p>
          <a:p>
            <a:pPr algn="just"/>
            <a:r>
              <a:rPr lang="en-US">
                <a:ea typeface="+mn-lt"/>
                <a:cs typeface="+mn-lt"/>
              </a:rPr>
              <a:t>Each document is represented as a numerical vector. </a:t>
            </a:r>
          </a:p>
          <a:p>
            <a:pPr algn="just"/>
            <a:r>
              <a:rPr lang="en-US" b="1">
                <a:ea typeface="+mn-lt"/>
                <a:cs typeface="+mn-lt"/>
              </a:rPr>
              <a:t>Word order is ignored.</a:t>
            </a:r>
            <a:r>
              <a:rPr lang="en-US">
                <a:ea typeface="+mn-lt"/>
                <a:cs typeface="+mn-lt"/>
              </a:rPr>
              <a:t> </a:t>
            </a:r>
          </a:p>
          <a:p>
            <a:pPr algn="just"/>
            <a:r>
              <a:rPr lang="en-US">
                <a:ea typeface="+mn-lt"/>
                <a:cs typeface="+mn-lt"/>
              </a:rPr>
              <a:t>Grammar and meaning are not directly represented. </a:t>
            </a:r>
          </a:p>
          <a:p>
            <a:pPr algn="just"/>
            <a:r>
              <a:rPr lang="en-US">
                <a:ea typeface="+mn-lt"/>
                <a:cs typeface="+mn-lt"/>
              </a:rPr>
              <a:t>It can produce a </a:t>
            </a:r>
            <a:r>
              <a:rPr lang="en-US" b="1">
                <a:ea typeface="+mn-lt"/>
                <a:cs typeface="+mn-lt"/>
              </a:rPr>
              <a:t>sparse vector</a:t>
            </a:r>
            <a:r>
              <a:rPr lang="en-US">
                <a:ea typeface="+mn-lt"/>
                <a:cs typeface="+mn-lt"/>
              </a:rPr>
              <a:t> when the vocabulary is large.</a:t>
            </a:r>
          </a:p>
          <a:p>
            <a:pPr algn="just"/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9017091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41782-9F7D-C9F0-5462-13D76E08F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solidFill>
                  <a:srgbClr val="C00000"/>
                </a:solidFill>
                <a:ea typeface="+mj-lt"/>
                <a:cs typeface="+mj-lt"/>
              </a:rPr>
              <a:t>TF-IDF</a:t>
            </a:r>
            <a:endParaRPr lang="en-US" b="1">
              <a:solidFill>
                <a:srgbClr val="C00000"/>
              </a:solidFill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C0770-C6D1-1845-BD17-1F668D2D0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TF-IDF is a statistical text representation technique that assigns a numerical weight to a word based on how frequently the word occurs in a particular document and how rarely it occurs across the entire collection of documents.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865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Chain Rule</vt:lpstr>
      <vt:lpstr>The office is about fifteen minuets from my house </vt:lpstr>
      <vt:lpstr>Probabilities of words in sentences</vt:lpstr>
      <vt:lpstr>Estimate these probabilities values</vt:lpstr>
      <vt:lpstr>Markov assumption </vt:lpstr>
      <vt:lpstr>Markov assumption </vt:lpstr>
      <vt:lpstr>N-Gram models</vt:lpstr>
      <vt:lpstr>PowerPoint Presentation</vt:lpstr>
      <vt:lpstr>PowerPoint Presentation</vt:lpstr>
      <vt:lpstr>N-Gram models</vt:lpstr>
      <vt:lpstr>PowerPoint Presentation</vt:lpstr>
      <vt:lpstr>Unigram </vt:lpstr>
      <vt:lpstr>Estimating N- Grams probabilities (Bi-gram) </vt:lpstr>
      <vt:lpstr>PowerPoint Presentation</vt:lpstr>
      <vt:lpstr>Exercise (Bi-gram)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Example: Tri- gram</vt:lpstr>
      <vt:lpstr>Example : Four- gram</vt:lpstr>
      <vt:lpstr>Issue 1 Open vs. Closed Vocabulary</vt:lpstr>
      <vt:lpstr>PowerPoint Presentation</vt:lpstr>
      <vt:lpstr>Issue 2 Unknown words</vt:lpstr>
      <vt:lpstr>The Solution</vt:lpstr>
      <vt:lpstr>Why it matters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Exercise: Naive Bayes Spam Filter </vt:lpstr>
      <vt:lpstr>Exercise: Sentiment Analysis of Product Reviews </vt:lpstr>
      <vt:lpstr>Good Turing Discounting</vt:lpstr>
      <vt:lpstr>Good Turing Discounting</vt:lpstr>
      <vt:lpstr>PowerPoint Presentation</vt:lpstr>
      <vt:lpstr>PowerPoint Presentation</vt:lpstr>
      <vt:lpstr>Evaluating language model</vt:lpstr>
      <vt:lpstr>Extrinsic evaluation of N- grams models</vt:lpstr>
      <vt:lpstr>Intrinsic evaluation : Perplexity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Exercise 1</vt:lpstr>
      <vt:lpstr>Exercise 2 </vt:lpstr>
      <vt:lpstr>PowerPoint Presentation</vt:lpstr>
      <vt:lpstr>PowerPoint Presentation</vt:lpstr>
      <vt:lpstr>Exercise 4</vt:lpstr>
      <vt:lpstr>Exercise 5</vt:lpstr>
      <vt:lpstr>Doubts</vt:lpstr>
      <vt:lpstr>Doubts </vt:lpstr>
      <vt:lpstr>Statistical text representation techniques </vt:lpstr>
      <vt:lpstr>Bag of Words (BoW)</vt:lpstr>
      <vt:lpstr>TF-IDF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revision>3</cp:revision>
  <dcterms:created xsi:type="dcterms:W3CDTF">2026-08-03T07:15:15Z</dcterms:created>
  <dcterms:modified xsi:type="dcterms:W3CDTF">2026-08-26T07:56:31Z</dcterms:modified>
</cp:coreProperties>
</file>