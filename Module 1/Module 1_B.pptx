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9" r:id="rId32"/>
    <p:sldId id="290" r:id="rId33"/>
    <p:sldId id="287" r:id="rId34"/>
    <p:sldId id="291" r:id="rId35"/>
    <p:sldId id="292" r:id="rId36"/>
    <p:sldId id="293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C718AE-7FC9-4E79-AF74-9E2B27EC649C}">
          <p14:sldIdLst>
            <p14:sldId id="257"/>
            <p14:sldId id="294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9"/>
            <p14:sldId id="290"/>
            <p14:sldId id="287"/>
            <p14:sldId id="291"/>
            <p14:sldId id="292"/>
            <p14:sldId id="293"/>
            <p14:sldId id="288"/>
          </p14:sldIdLst>
        </p14:section>
        <p14:section name="Untitled Section" id="{8560CB8D-45D4-4796-A408-53408D7F9CF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810CA-9D79-3EAA-8EEB-6A72EF6AAA79}" v="2" dt="2026-08-26T07:55:32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RIN MATWANKAR" userId="S::shirin.matwankar@fcrit.ac.in::2e542d0c-3197-41aa-b285-03383859806c" providerId="AD" clId="Web-{E3635906-CD90-2023-2F32-44E752FF4672}"/>
    <pc:docChg chg="addSld modSld modSection">
      <pc:chgData name="SHIRIN MATWANKAR" userId="S::shirin.matwankar@fcrit.ac.in::2e542d0c-3197-41aa-b285-03383859806c" providerId="AD" clId="Web-{E3635906-CD90-2023-2F32-44E752FF4672}" dt="2026-07-30T04:57:07.299" v="21" actId="14100"/>
      <pc:docMkLst>
        <pc:docMk/>
      </pc:docMkLst>
      <pc:sldChg chg="addSp modSp new">
        <pc:chgData name="SHIRIN MATWANKAR" userId="S::shirin.matwankar@fcrit.ac.in::2e542d0c-3197-41aa-b285-03383859806c" providerId="AD" clId="Web-{E3635906-CD90-2023-2F32-44E752FF4672}" dt="2026-07-30T04:51:26.419" v="1"/>
        <pc:sldMkLst>
          <pc:docMk/>
          <pc:sldMk cId="2821589306" sldId="289"/>
        </pc:sldMkLst>
        <pc:picChg chg="add mod">
          <ac:chgData name="SHIRIN MATWANKAR" userId="S::shirin.matwankar@fcrit.ac.in::2e542d0c-3197-41aa-b285-03383859806c" providerId="AD" clId="Web-{E3635906-CD90-2023-2F32-44E752FF4672}" dt="2026-07-30T04:51:26.419" v="1"/>
          <ac:picMkLst>
            <pc:docMk/>
            <pc:sldMk cId="2821589306" sldId="289"/>
            <ac:picMk id="2" creationId="{2F3F7FF6-1466-4C51-274F-36A5ACE11A59}"/>
          </ac:picMkLst>
        </pc:picChg>
      </pc:sldChg>
      <pc:sldChg chg="addSp modSp new">
        <pc:chgData name="SHIRIN MATWANKAR" userId="S::shirin.matwankar@fcrit.ac.in::2e542d0c-3197-41aa-b285-03383859806c" providerId="AD" clId="Web-{E3635906-CD90-2023-2F32-44E752FF4672}" dt="2026-07-30T04:53:56.062" v="3"/>
        <pc:sldMkLst>
          <pc:docMk/>
          <pc:sldMk cId="2444889243" sldId="290"/>
        </pc:sldMkLst>
        <pc:picChg chg="add mod">
          <ac:chgData name="SHIRIN MATWANKAR" userId="S::shirin.matwankar@fcrit.ac.in::2e542d0c-3197-41aa-b285-03383859806c" providerId="AD" clId="Web-{E3635906-CD90-2023-2F32-44E752FF4672}" dt="2026-07-30T04:53:56.062" v="3"/>
          <ac:picMkLst>
            <pc:docMk/>
            <pc:sldMk cId="2444889243" sldId="290"/>
            <ac:picMk id="2" creationId="{444ECA57-5D84-542B-E7FC-28799FF68777}"/>
          </ac:picMkLst>
        </pc:picChg>
      </pc:sldChg>
      <pc:sldChg chg="addSp modSp new">
        <pc:chgData name="SHIRIN MATWANKAR" userId="S::shirin.matwankar@fcrit.ac.in::2e542d0c-3197-41aa-b285-03383859806c" providerId="AD" clId="Web-{E3635906-CD90-2023-2F32-44E752FF4672}" dt="2026-07-30T04:56:12.829" v="9" actId="14100"/>
        <pc:sldMkLst>
          <pc:docMk/>
          <pc:sldMk cId="2653856685" sldId="291"/>
        </pc:sldMkLst>
        <pc:picChg chg="add mod">
          <ac:chgData name="SHIRIN MATWANKAR" userId="S::shirin.matwankar@fcrit.ac.in::2e542d0c-3197-41aa-b285-03383859806c" providerId="AD" clId="Web-{E3635906-CD90-2023-2F32-44E752FF4672}" dt="2026-07-30T04:56:12.829" v="9" actId="14100"/>
          <ac:picMkLst>
            <pc:docMk/>
            <pc:sldMk cId="2653856685" sldId="291"/>
            <ac:picMk id="2" creationId="{77667D72-0900-8341-E84D-A3ABB2CBD764}"/>
          </ac:picMkLst>
        </pc:picChg>
      </pc:sldChg>
      <pc:sldChg chg="addSp modSp new">
        <pc:chgData name="SHIRIN MATWANKAR" userId="S::shirin.matwankar@fcrit.ac.in::2e542d0c-3197-41aa-b285-03383859806c" providerId="AD" clId="Web-{E3635906-CD90-2023-2F32-44E752FF4672}" dt="2026-07-30T04:56:41.908" v="15" actId="14100"/>
        <pc:sldMkLst>
          <pc:docMk/>
          <pc:sldMk cId="1812016230" sldId="292"/>
        </pc:sldMkLst>
        <pc:picChg chg="add mod">
          <ac:chgData name="SHIRIN MATWANKAR" userId="S::shirin.matwankar@fcrit.ac.in::2e542d0c-3197-41aa-b285-03383859806c" providerId="AD" clId="Web-{E3635906-CD90-2023-2F32-44E752FF4672}" dt="2026-07-30T04:56:41.908" v="15" actId="14100"/>
          <ac:picMkLst>
            <pc:docMk/>
            <pc:sldMk cId="1812016230" sldId="292"/>
            <ac:picMk id="2" creationId="{4A2873E3-ECEE-6D79-7469-11C3B9A83FAD}"/>
          </ac:picMkLst>
        </pc:picChg>
      </pc:sldChg>
      <pc:sldChg chg="addSp modSp new">
        <pc:chgData name="SHIRIN MATWANKAR" userId="S::shirin.matwankar@fcrit.ac.in::2e542d0c-3197-41aa-b285-03383859806c" providerId="AD" clId="Web-{E3635906-CD90-2023-2F32-44E752FF4672}" dt="2026-07-30T04:57:07.299" v="21" actId="14100"/>
        <pc:sldMkLst>
          <pc:docMk/>
          <pc:sldMk cId="3004715459" sldId="293"/>
        </pc:sldMkLst>
        <pc:picChg chg="add mod">
          <ac:chgData name="SHIRIN MATWANKAR" userId="S::shirin.matwankar@fcrit.ac.in::2e542d0c-3197-41aa-b285-03383859806c" providerId="AD" clId="Web-{E3635906-CD90-2023-2F32-44E752FF4672}" dt="2026-07-30T04:57:07.299" v="21" actId="14100"/>
          <ac:picMkLst>
            <pc:docMk/>
            <pc:sldMk cId="3004715459" sldId="293"/>
            <ac:picMk id="2" creationId="{E8CEDE92-6351-27BA-6662-4ED18865FFB5}"/>
          </ac:picMkLst>
        </pc:picChg>
      </pc:sldChg>
    </pc:docChg>
  </pc:docChgLst>
  <pc:docChgLst>
    <pc:chgData name="Guest User" userId="S::urn:spo:tenantanon#e85f2c00-2730-4ca5-b8d8-609b15bd4746::" providerId="AD" clId="Web-{92B1F6E8-1CB1-BA19-D84B-E76AACAF9B25}"/>
    <pc:docChg chg="modSld">
      <pc:chgData name="Guest User" userId="S::urn:spo:tenantanon#e85f2c00-2730-4ca5-b8d8-609b15bd4746::" providerId="AD" clId="Web-{92B1F6E8-1CB1-BA19-D84B-E76AACAF9B25}" dt="2026-08-06T16:52:22.195" v="9" actId="1076"/>
      <pc:docMkLst>
        <pc:docMk/>
      </pc:docMkLst>
      <pc:sldChg chg="modSp">
        <pc:chgData name="Guest User" userId="S::urn:spo:tenantanon#e85f2c00-2730-4ca5-b8d8-609b15bd4746::" providerId="AD" clId="Web-{92B1F6E8-1CB1-BA19-D84B-E76AACAF9B25}" dt="2026-08-06T16:49:14.802" v="7" actId="1076"/>
        <pc:sldMkLst>
          <pc:docMk/>
          <pc:sldMk cId="172240963" sldId="264"/>
        </pc:sldMkLst>
        <pc:picChg chg="mod">
          <ac:chgData name="Guest User" userId="S::urn:spo:tenantanon#e85f2c00-2730-4ca5-b8d8-609b15bd4746::" providerId="AD" clId="Web-{92B1F6E8-1CB1-BA19-D84B-E76AACAF9B25}" dt="2026-08-06T16:49:14.802" v="7" actId="1076"/>
          <ac:picMkLst>
            <pc:docMk/>
            <pc:sldMk cId="172240963" sldId="264"/>
            <ac:picMk id="3" creationId="{97219D54-BC2E-BECE-71FF-E1F439F5CF85}"/>
          </ac:picMkLst>
        </pc:picChg>
      </pc:sldChg>
      <pc:sldChg chg="modSp">
        <pc:chgData name="Guest User" userId="S::urn:spo:tenantanon#e85f2c00-2730-4ca5-b8d8-609b15bd4746::" providerId="AD" clId="Web-{92B1F6E8-1CB1-BA19-D84B-E76AACAF9B25}" dt="2026-08-06T16:52:22.195" v="9" actId="1076"/>
        <pc:sldMkLst>
          <pc:docMk/>
          <pc:sldMk cId="59932598" sldId="265"/>
        </pc:sldMkLst>
        <pc:picChg chg="mod">
          <ac:chgData name="Guest User" userId="S::urn:spo:tenantanon#e85f2c00-2730-4ca5-b8d8-609b15bd4746::" providerId="AD" clId="Web-{92B1F6E8-1CB1-BA19-D84B-E76AACAF9B25}" dt="2026-08-06T16:52:22.195" v="9" actId="1076"/>
          <ac:picMkLst>
            <pc:docMk/>
            <pc:sldMk cId="59932598" sldId="265"/>
            <ac:picMk id="3" creationId="{F8E1744B-F5B5-C693-9645-6ACB0031F138}"/>
          </ac:picMkLst>
        </pc:picChg>
      </pc:sldChg>
    </pc:docChg>
  </pc:docChgLst>
  <pc:docChgLst>
    <pc:chgData name="Guest User" userId="S::urn:spo:tenantanon#e85f2c00-2730-4ca5-b8d8-609b15bd4746::" providerId="AD" clId="Web-{197667C8-2524-B13E-98BA-2513DA4BF040}"/>
    <pc:docChg chg="sldOrd">
      <pc:chgData name="Guest User" userId="S::urn:spo:tenantanon#e85f2c00-2730-4ca5-b8d8-609b15bd4746::" providerId="AD" clId="Web-{197667C8-2524-B13E-98BA-2513DA4BF040}" dt="2026-07-29T15:47:28.432" v="0"/>
      <pc:docMkLst>
        <pc:docMk/>
      </pc:docMkLst>
      <pc:sldChg chg="ord">
        <pc:chgData name="Guest User" userId="S::urn:spo:tenantanon#e85f2c00-2730-4ca5-b8d8-609b15bd4746::" providerId="AD" clId="Web-{197667C8-2524-B13E-98BA-2513DA4BF040}" dt="2026-07-29T15:47:28.432" v="0"/>
        <pc:sldMkLst>
          <pc:docMk/>
          <pc:sldMk cId="3440133284" sldId="286"/>
        </pc:sldMkLst>
      </pc:sldChg>
    </pc:docChg>
  </pc:docChgLst>
  <pc:docChgLst>
    <pc:chgData name="SHIRIN MATWANKAR" userId="S::shirin.matwankar@fcrit.ac.in::2e542d0c-3197-41aa-b285-03383859806c" providerId="AD" clId="Web-{AF8810CA-9D79-3EAA-8EEB-6A72EF6AAA79}"/>
    <pc:docChg chg="addSld modSld modSection">
      <pc:chgData name="SHIRIN MATWANKAR" userId="S::shirin.matwankar@fcrit.ac.in::2e542d0c-3197-41aa-b285-03383859806c" providerId="AD" clId="Web-{AF8810CA-9D79-3EAA-8EEB-6A72EF6AAA79}" dt="2026-08-26T07:55:32.077" v="1" actId="20577"/>
      <pc:docMkLst>
        <pc:docMk/>
      </pc:docMkLst>
      <pc:sldChg chg="modSp new">
        <pc:chgData name="SHIRIN MATWANKAR" userId="S::shirin.matwankar@fcrit.ac.in::2e542d0c-3197-41aa-b285-03383859806c" providerId="AD" clId="Web-{AF8810CA-9D79-3EAA-8EEB-6A72EF6AAA79}" dt="2026-08-26T07:55:32.077" v="1" actId="20577"/>
        <pc:sldMkLst>
          <pc:docMk/>
          <pc:sldMk cId="4128551671" sldId="294"/>
        </pc:sldMkLst>
        <pc:spChg chg="mod">
          <ac:chgData name="SHIRIN MATWANKAR" userId="S::shirin.matwankar@fcrit.ac.in::2e542d0c-3197-41aa-b285-03383859806c" providerId="AD" clId="Web-{AF8810CA-9D79-3EAA-8EEB-6A72EF6AAA79}" dt="2026-08-26T07:55:32.077" v="1" actId="20577"/>
          <ac:spMkLst>
            <pc:docMk/>
            <pc:sldMk cId="4128551671" sldId="294"/>
            <ac:spMk id="3" creationId="{43124106-1DFF-2715-67F0-51C95C2BD3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D7981-28BF-CEE1-3463-334DEC323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5AE2D-D798-3C15-F221-72947CFA3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D9039-F885-1A42-11C9-86B6387E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740E8-7A5E-DA14-B488-C75D6376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27FBF-DACA-0984-C42F-6F798D70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68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993C-7C4C-0A7C-BD2E-DA0F95E41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16A-AEDB-3461-7147-DAF1E5CBA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E64EC-43D6-6286-C6BF-4D963893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0229E-2552-92C7-D4E3-C1ED6051C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E0FFE-FEA3-BC06-07BA-F0734D7D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17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37B80-9457-19BA-B534-0F494ED8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3BEC0-AAD5-A393-D1D3-D55C59389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82A4D-96FF-31B8-B13E-85467F7E8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3EC90-9326-2649-D2F4-DCE9CF26F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EFB5C-22C0-E005-F248-A272C640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419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9C35-89AA-F696-A52B-549D6054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17CEF-3102-E0A8-683D-33724BAF0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82845-CB30-6C96-8FB3-683AA35C3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D180F-3DF1-2BCA-4905-5A7475F69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239CF-7DDB-DF14-1062-1D3796BD3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6EE45-880A-0B9E-7CB5-A93F23A7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859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0C2B-1A50-021C-3237-4711A679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2F061-6263-B38B-3008-79042D6E4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7C856-B1BE-480B-C0C0-352C3E630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BEF90-597B-F70C-368E-E5A3056E8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B761F-B64D-1CC0-6C47-6C01C59AF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17A119-9AD7-13F7-B8F7-3A17D938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746EFA-9033-727C-4A1E-84F6A6D2E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5FA2DB-AD6A-A4CC-5178-0E1DC359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99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66B3-FDC7-12EA-84E7-25AAC964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9B974-B49B-AA27-ECB0-57CC8CE2A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5B88F2-3AC6-E8D7-0ECF-69186F03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00DBA-6022-E1FC-13E1-2F5FBE21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31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80EEE9-46C3-D2BD-9023-672715B9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30B95-7375-95E7-47BE-E3F8D99E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6971A-4113-B67F-4192-7D0F69FD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6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A6AC-C66B-111F-763B-7F46091C8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9D9EA-9F1E-D8B2-68CF-E7AE45E0A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878DE-1D0A-EB2B-FA7D-BE375A050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A24A1-997A-37E5-FD53-6DE08DCA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FEBD7-3706-B46D-0FA4-A650F0FF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0760C-953D-0962-3142-B6E89B55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4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381D-EA43-80E2-C58A-D15A6C73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E37A9-3AF1-FC73-9F20-6A4C9E8B3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E2219-7C49-BD6A-8BA8-784E026D3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D20A1-8CED-E563-2A68-315DE423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E06C9-D348-5B96-1738-D13B4D89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ABDAB-C1EB-098F-DF72-4095A5CB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49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341A5-A8A8-1227-2082-F1D2F0803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2B65F-7F02-2F90-D32D-7CF6E6956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B1D16-DF63-469A-4DC1-41F41A3CB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2A971-E853-798B-46A4-52118BBAA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2142D-2272-C700-3062-8D87A546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96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843D3E-A6F5-9604-7994-D5A64BB7B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EC681-D935-74C0-C4E2-6C4D4273D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2D8D9-413F-8219-9018-E16C54E05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D1CC4-D822-C2C8-7752-B30E14BE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C1417-2E82-A873-85FB-9719D136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00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074D4-E4D8-F633-60A5-7633ACBB0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FC74D-7136-CE50-C679-1DA4DEBF7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DDEFA-CBE5-C29B-3216-1172C75A1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1C76-3DD9-4FEE-B3AD-67DF1642A2F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59949-25D7-B208-DD59-41C6DE317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37CB1-6B18-7A8C-8DE2-6CA621845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73BA5-0741-4D2C-BA4B-398B2080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01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01CE-D88F-556B-3009-A94AD745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8166A-9619-FD0D-89E7-3EC7D1EDC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01D67-FEA1-651B-D217-B83F259BD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63" y="154109"/>
            <a:ext cx="11071274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49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20C8-C4B5-9FBC-0711-E0812676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24106-1DFF-2715-67F0-51C95C2BD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Calibri"/>
                <a:cs typeface="Calibri"/>
              </a:rPr>
              <a:t>Note: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>
                <a:ea typeface="Calibri"/>
                <a:cs typeface="Calibri"/>
              </a:rPr>
              <a:t>The problems have been solved in the notebook. Please refer to it.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855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5E23-3869-3B08-A67F-8AC75622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4467A-94B8-CE8A-B3DE-3A2492BC5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2F1E5-61AD-7FED-3B72-D6E2A3B9C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0505"/>
            <a:ext cx="10809849" cy="597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41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4860-CFEB-7662-CFC0-0BA8E65B0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45DEE-12C2-382B-D9C2-51336A36C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F1C41-83B8-25CC-9E5B-97C9D51B1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78" y="365125"/>
            <a:ext cx="11015004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6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8D12-B962-EBF9-E291-7131AEA5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E90C3-C3AC-1126-E7FD-9760D83DA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2D63E-EC84-C4FF-FFF7-4EDE7FAF1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11" y="365125"/>
            <a:ext cx="11240086" cy="626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0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22A1A0-17D9-E5B1-BBCC-AE0333D5B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478302"/>
            <a:ext cx="10553700" cy="607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90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528A6A-F114-396F-2070-33D842D62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478302"/>
            <a:ext cx="10601325" cy="583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01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321D49-B1BB-8B26-B963-FF02BA966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212" y="492369"/>
            <a:ext cx="10578905" cy="610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1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40C3C-9FDE-4D0B-FAD8-415FF319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219D54-BC2E-BECE-71FF-E1F439F5C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04" y="154745"/>
            <a:ext cx="10747717" cy="628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1744B-F5B5-C693-9645-6ACB0031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2" y="337625"/>
            <a:ext cx="11029069" cy="609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2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50DFD-A83D-AEA7-B24F-5B0CD456B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1354"/>
            <a:ext cx="11000935" cy="61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74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46601-2B26-4EDE-84EC-C9BF18401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32" y="694079"/>
            <a:ext cx="11000935" cy="546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78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4DF39-79F3-C1E8-7804-E590688CE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39" y="225084"/>
            <a:ext cx="10100603" cy="633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33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1F6AB6-C533-8007-A2C6-68CAF45E5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351693"/>
            <a:ext cx="10367889" cy="609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74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74D8E5-F54D-822F-F3F3-0C9A412E1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6" y="379828"/>
            <a:ext cx="10719582" cy="590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29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3AFC5-3E75-44C9-50F5-C3DF87254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2" y="211015"/>
            <a:ext cx="9959926" cy="641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69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D88E8-8BEC-8D2C-287B-7CA8F3978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98" y="367298"/>
            <a:ext cx="10269414" cy="561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01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888F20-A9D4-757A-5701-8B08A3CA5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38" y="379828"/>
            <a:ext cx="10339754" cy="597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42C98-D7CD-B945-A27B-285E19838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5" y="506438"/>
            <a:ext cx="10578904" cy="575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9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F13740-9CFF-9FF1-6B42-A0DA2BF41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3" y="323557"/>
            <a:ext cx="11071272" cy="638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12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7EAF5-68F0-52B6-C175-084F6FEB9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75" y="562708"/>
            <a:ext cx="10958733" cy="602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93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D056C-2317-414D-0652-515278422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42" y="320040"/>
            <a:ext cx="10660526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65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48BE8-57DD-5037-6ACD-DFDD3566D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17452"/>
            <a:ext cx="9917723" cy="550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53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297963-0D35-8B3C-0943-70783EC33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436099"/>
            <a:ext cx="11240085" cy="600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46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E6CAC6-4FA5-08B5-6BDC-8CB541B54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895"/>
            <a:ext cx="11057206" cy="6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623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620761-AF4D-C205-9E0B-6BE0D6DC2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82" y="506437"/>
            <a:ext cx="10761784" cy="618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53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F3C2A-FFFE-97DF-2744-21F07AF6B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49" y="407963"/>
            <a:ext cx="10902462" cy="586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15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82FF3-B155-30CA-8976-E990AD039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70" y="407963"/>
            <a:ext cx="11408898" cy="606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13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75160-DDB7-A71A-EA2B-48D07C671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2" y="436098"/>
            <a:ext cx="10438227" cy="609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03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E1F082-D338-D97E-437D-523E4A144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38" y="590843"/>
            <a:ext cx="10396025" cy="583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33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3F7FF6-1466-4C51-274F-36A5ACE11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947737"/>
            <a:ext cx="1015365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89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4ECA57-5D84-542B-E7FC-28799FF68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1033463"/>
            <a:ext cx="796290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892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8F96B2-2BB6-94C0-6C25-71190C8F9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6" y="548641"/>
            <a:ext cx="10367889" cy="586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53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667D72-0900-8341-E84D-A3ABB2CBD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9" y="777194"/>
            <a:ext cx="9402534" cy="529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566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2873E3-ECEE-6D79-7469-11C3B9A83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65" y="634093"/>
            <a:ext cx="10778670" cy="562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16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CEDE92-6351-27BA-6662-4ED18865F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958" y="551090"/>
            <a:ext cx="10461170" cy="579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154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30D2-1E90-5877-AF7D-2BA5D0CDC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TTR Problems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1FE4F-9C55-E4C8-2453-609F830A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i="1" dirty="0"/>
              <a:t>"She sells sea shells on the sea shore."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"The point that I am going to point from my point of view is the point that you will definitely point from your point of view if you understand my point."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"Kal main market </a:t>
            </a:r>
            <a:r>
              <a:rPr lang="en-IN" i="1" dirty="0" err="1"/>
              <a:t>gaya</a:t>
            </a:r>
            <a:r>
              <a:rPr lang="en-IN" i="1" dirty="0"/>
              <a:t> </a:t>
            </a:r>
            <a:r>
              <a:rPr lang="en-IN" i="1" dirty="0" err="1"/>
              <a:t>tha</a:t>
            </a:r>
            <a:r>
              <a:rPr lang="en-IN" i="1" dirty="0"/>
              <a:t> aur market se sabzi </a:t>
            </a:r>
            <a:r>
              <a:rPr lang="en-IN" i="1" dirty="0" err="1"/>
              <a:t>kharidi</a:t>
            </a:r>
            <a:r>
              <a:rPr lang="en-IN" i="1" dirty="0"/>
              <a:t>, </a:t>
            </a:r>
            <a:r>
              <a:rPr lang="en-IN" i="1" dirty="0" err="1"/>
              <a:t>phir</a:t>
            </a:r>
            <a:r>
              <a:rPr lang="en-IN" i="1" dirty="0"/>
              <a:t> main </a:t>
            </a:r>
            <a:r>
              <a:rPr lang="en-IN" i="1" dirty="0" err="1"/>
              <a:t>ghar</a:t>
            </a:r>
            <a:r>
              <a:rPr lang="en-IN" i="1" dirty="0"/>
              <a:t> </a:t>
            </a:r>
            <a:r>
              <a:rPr lang="en-IN" i="1" dirty="0" err="1"/>
              <a:t>aaya</a:t>
            </a:r>
            <a:r>
              <a:rPr lang="en-IN" i="1" dirty="0"/>
              <a:t> aur </a:t>
            </a:r>
            <a:r>
              <a:rPr lang="en-IN" i="1" dirty="0" err="1"/>
              <a:t>ghar</a:t>
            </a:r>
            <a:r>
              <a:rPr lang="en-IN" i="1" dirty="0"/>
              <a:t> par </a:t>
            </a:r>
            <a:r>
              <a:rPr lang="en-IN" i="1" dirty="0" err="1"/>
              <a:t>khana</a:t>
            </a:r>
            <a:r>
              <a:rPr lang="en-IN" i="1" dirty="0"/>
              <a:t> </a:t>
            </a:r>
            <a:r>
              <a:rPr lang="en-IN" i="1" dirty="0" err="1"/>
              <a:t>banaya</a:t>
            </a:r>
            <a:r>
              <a:rPr lang="en-IN" i="1" dirty="0"/>
              <a:t>."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"Don't judge the state-of-the-art model by its size; the model's size doesn't define the model."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50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85</Words>
  <Application>Microsoft Office PowerPoint</Application>
  <PresentationFormat>Widescreen</PresentationFormat>
  <Paragraphs>5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TTR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Shirin Matwankar</dc:creator>
  <cp:lastModifiedBy>Shirin Matwankar</cp:lastModifiedBy>
  <cp:revision>43</cp:revision>
  <dcterms:created xsi:type="dcterms:W3CDTF">2026-07-12T11:08:19Z</dcterms:created>
  <dcterms:modified xsi:type="dcterms:W3CDTF">2026-08-26T07:55:35Z</dcterms:modified>
</cp:coreProperties>
</file>